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62" r:id="rId2"/>
    <p:sldId id="259" r:id="rId3"/>
    <p:sldId id="281" r:id="rId4"/>
    <p:sldId id="264" r:id="rId5"/>
    <p:sldId id="266" r:id="rId6"/>
    <p:sldId id="267" r:id="rId7"/>
    <p:sldId id="268" r:id="rId8"/>
    <p:sldId id="269" r:id="rId9"/>
    <p:sldId id="270" r:id="rId10"/>
    <p:sldId id="273" r:id="rId11"/>
    <p:sldId id="274" r:id="rId12"/>
    <p:sldId id="275" r:id="rId13"/>
    <p:sldId id="276" r:id="rId14"/>
    <p:sldId id="271" r:id="rId15"/>
    <p:sldId id="277" r:id="rId16"/>
    <p:sldId id="27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F2632"/>
    <a:srgbClr val="DBD856"/>
    <a:srgbClr val="E5F35F"/>
    <a:srgbClr val="91000A"/>
    <a:srgbClr val="094457"/>
    <a:srgbClr val="0D4B17"/>
    <a:srgbClr val="0E841C"/>
    <a:srgbClr val="2E2B73"/>
    <a:srgbClr val="411900"/>
    <a:srgbClr val="FC46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488FFC-E9A8-412F-A9F4-FD8438534E82}" v="816" dt="2024-10-04T06:42:30.4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438631-03B5-4D2A-877F-48F1A593FC5D}" type="datetimeFigureOut">
              <a:rPr lang="en-IN" smtClean="0"/>
              <a:t>04-10-2024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3EAA7E-AE8A-44EB-B627-B923DF208408}" type="slidenum">
              <a:rPr lang="en-IN" smtClean="0"/>
              <a:t>‹#›</a:t>
            </a:fld>
            <a:endParaRPr lang="en-IN"/>
          </a:p>
        </p:txBody>
      </p:sp>
    </p:spTree>
    <p:extLst>
      <p:ext uri="{BB962C8B-B14F-4D97-AF65-F5344CB8AC3E}">
        <p14:creationId xmlns:p14="http://schemas.microsoft.com/office/powerpoint/2010/main" val="1476954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03EAA7E-AE8A-44EB-B627-B923DF208408}" type="slidenum">
              <a:rPr lang="en-IN" smtClean="0"/>
              <a:t>1</a:t>
            </a:fld>
            <a:endParaRPr lang="en-IN"/>
          </a:p>
        </p:txBody>
      </p:sp>
    </p:spTree>
    <p:extLst>
      <p:ext uri="{BB962C8B-B14F-4D97-AF65-F5344CB8AC3E}">
        <p14:creationId xmlns:p14="http://schemas.microsoft.com/office/powerpoint/2010/main" val="1164771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03EAA7E-AE8A-44EB-B627-B923DF208408}" type="slidenum">
              <a:rPr lang="en-IN" smtClean="0"/>
              <a:t>9</a:t>
            </a:fld>
            <a:endParaRPr lang="en-IN"/>
          </a:p>
        </p:txBody>
      </p:sp>
    </p:spTree>
    <p:extLst>
      <p:ext uri="{BB962C8B-B14F-4D97-AF65-F5344CB8AC3E}">
        <p14:creationId xmlns:p14="http://schemas.microsoft.com/office/powerpoint/2010/main" val="38818112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07B9-E5B0-0C92-9016-B6EF64DE7D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3A78E07-1311-97DE-49A1-25E3E154BB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BBF9423-45BB-8F3A-4707-8ADB6A75C8A8}"/>
              </a:ext>
            </a:extLst>
          </p:cNvPr>
          <p:cNvSpPr>
            <a:spLocks noGrp="1"/>
          </p:cNvSpPr>
          <p:nvPr>
            <p:ph type="dt" sz="half" idx="10"/>
          </p:nvPr>
        </p:nvSpPr>
        <p:spPr/>
        <p:txBody>
          <a:bodyPr/>
          <a:lstStyle/>
          <a:p>
            <a:fld id="{2EBD0DEC-1D29-4534-904B-7500E4A236CA}" type="datetimeFigureOut">
              <a:rPr lang="en-IN" smtClean="0"/>
              <a:t>04-10-2024</a:t>
            </a:fld>
            <a:endParaRPr lang="en-IN"/>
          </a:p>
        </p:txBody>
      </p:sp>
      <p:sp>
        <p:nvSpPr>
          <p:cNvPr id="5" name="Footer Placeholder 4">
            <a:extLst>
              <a:ext uri="{FF2B5EF4-FFF2-40B4-BE49-F238E27FC236}">
                <a16:creationId xmlns:a16="http://schemas.microsoft.com/office/drawing/2014/main" id="{81813BFD-A192-CD81-7136-086A8B031B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05979C-CEB4-F403-8C01-BECEA7FEE6A8}"/>
              </a:ext>
            </a:extLst>
          </p:cNvPr>
          <p:cNvSpPr>
            <a:spLocks noGrp="1"/>
          </p:cNvSpPr>
          <p:nvPr>
            <p:ph type="sldNum" sz="quarter" idx="12"/>
          </p:nvPr>
        </p:nvSpPr>
        <p:spPr/>
        <p:txBody>
          <a:bodyPr/>
          <a:lstStyle/>
          <a:p>
            <a:fld id="{90EA7D8F-18AA-4CB5-B700-04F63347C33A}" type="slidenum">
              <a:rPr lang="en-IN" smtClean="0"/>
              <a:t>‹#›</a:t>
            </a:fld>
            <a:endParaRPr lang="en-IN"/>
          </a:p>
        </p:txBody>
      </p:sp>
    </p:spTree>
    <p:extLst>
      <p:ext uri="{BB962C8B-B14F-4D97-AF65-F5344CB8AC3E}">
        <p14:creationId xmlns:p14="http://schemas.microsoft.com/office/powerpoint/2010/main" val="358365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08379-8237-2DCA-8059-E584829615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ADB654-E236-7F3E-4C9D-35FFBE6DCA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0E7FDD-DBF2-1DFA-1143-6B59C9A6388F}"/>
              </a:ext>
            </a:extLst>
          </p:cNvPr>
          <p:cNvSpPr>
            <a:spLocks noGrp="1"/>
          </p:cNvSpPr>
          <p:nvPr>
            <p:ph type="dt" sz="half" idx="10"/>
          </p:nvPr>
        </p:nvSpPr>
        <p:spPr/>
        <p:txBody>
          <a:bodyPr/>
          <a:lstStyle/>
          <a:p>
            <a:fld id="{2EBD0DEC-1D29-4534-904B-7500E4A236CA}" type="datetimeFigureOut">
              <a:rPr lang="en-IN" smtClean="0"/>
              <a:t>04-10-2024</a:t>
            </a:fld>
            <a:endParaRPr lang="en-IN"/>
          </a:p>
        </p:txBody>
      </p:sp>
      <p:sp>
        <p:nvSpPr>
          <p:cNvPr id="5" name="Footer Placeholder 4">
            <a:extLst>
              <a:ext uri="{FF2B5EF4-FFF2-40B4-BE49-F238E27FC236}">
                <a16:creationId xmlns:a16="http://schemas.microsoft.com/office/drawing/2014/main" id="{6B97B6CE-4792-480F-ED92-73AD5D640A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EECB1B-EAEE-0770-4697-EA740F91BBD6}"/>
              </a:ext>
            </a:extLst>
          </p:cNvPr>
          <p:cNvSpPr>
            <a:spLocks noGrp="1"/>
          </p:cNvSpPr>
          <p:nvPr>
            <p:ph type="sldNum" sz="quarter" idx="12"/>
          </p:nvPr>
        </p:nvSpPr>
        <p:spPr/>
        <p:txBody>
          <a:bodyPr/>
          <a:lstStyle/>
          <a:p>
            <a:fld id="{90EA7D8F-18AA-4CB5-B700-04F63347C33A}" type="slidenum">
              <a:rPr lang="en-IN" smtClean="0"/>
              <a:t>‹#›</a:t>
            </a:fld>
            <a:endParaRPr lang="en-IN"/>
          </a:p>
        </p:txBody>
      </p:sp>
    </p:spTree>
    <p:extLst>
      <p:ext uri="{BB962C8B-B14F-4D97-AF65-F5344CB8AC3E}">
        <p14:creationId xmlns:p14="http://schemas.microsoft.com/office/powerpoint/2010/main" val="3586455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F8C21-37F3-A60F-05C0-D67FE941E5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33E2A46-B8E6-C0EC-17F2-B901BBEBC1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C42F03-883B-6EED-8CCF-BFF3D1E17BA3}"/>
              </a:ext>
            </a:extLst>
          </p:cNvPr>
          <p:cNvSpPr>
            <a:spLocks noGrp="1"/>
          </p:cNvSpPr>
          <p:nvPr>
            <p:ph type="dt" sz="half" idx="10"/>
          </p:nvPr>
        </p:nvSpPr>
        <p:spPr/>
        <p:txBody>
          <a:bodyPr/>
          <a:lstStyle/>
          <a:p>
            <a:fld id="{2EBD0DEC-1D29-4534-904B-7500E4A236CA}" type="datetimeFigureOut">
              <a:rPr lang="en-IN" smtClean="0"/>
              <a:t>04-10-2024</a:t>
            </a:fld>
            <a:endParaRPr lang="en-IN"/>
          </a:p>
        </p:txBody>
      </p:sp>
      <p:sp>
        <p:nvSpPr>
          <p:cNvPr id="5" name="Footer Placeholder 4">
            <a:extLst>
              <a:ext uri="{FF2B5EF4-FFF2-40B4-BE49-F238E27FC236}">
                <a16:creationId xmlns:a16="http://schemas.microsoft.com/office/drawing/2014/main" id="{7A3671B4-67EF-2FC6-E0AE-5AA6ED91B5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9682A1-123D-CDE4-2EDB-947259DDECD3}"/>
              </a:ext>
            </a:extLst>
          </p:cNvPr>
          <p:cNvSpPr>
            <a:spLocks noGrp="1"/>
          </p:cNvSpPr>
          <p:nvPr>
            <p:ph type="sldNum" sz="quarter" idx="12"/>
          </p:nvPr>
        </p:nvSpPr>
        <p:spPr/>
        <p:txBody>
          <a:bodyPr/>
          <a:lstStyle/>
          <a:p>
            <a:fld id="{90EA7D8F-18AA-4CB5-B700-04F63347C33A}" type="slidenum">
              <a:rPr lang="en-IN" smtClean="0"/>
              <a:t>‹#›</a:t>
            </a:fld>
            <a:endParaRPr lang="en-IN"/>
          </a:p>
        </p:txBody>
      </p:sp>
    </p:spTree>
    <p:extLst>
      <p:ext uri="{BB962C8B-B14F-4D97-AF65-F5344CB8AC3E}">
        <p14:creationId xmlns:p14="http://schemas.microsoft.com/office/powerpoint/2010/main" val="359062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BAA6B-1BAB-DFA3-65F3-A7195F5A4E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7847DA-29A3-6DF2-19D1-1E6D186BA6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3F46FDE-AFF2-9E51-0B3C-664B3CC896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626ADA5-4786-E3EA-428B-212745363A2E}"/>
              </a:ext>
            </a:extLst>
          </p:cNvPr>
          <p:cNvSpPr>
            <a:spLocks noGrp="1"/>
          </p:cNvSpPr>
          <p:nvPr>
            <p:ph type="dt" sz="half" idx="10"/>
          </p:nvPr>
        </p:nvSpPr>
        <p:spPr/>
        <p:txBody>
          <a:bodyPr/>
          <a:lstStyle/>
          <a:p>
            <a:fld id="{2EBD0DEC-1D29-4534-904B-7500E4A236CA}" type="datetimeFigureOut">
              <a:rPr lang="en-IN" smtClean="0"/>
              <a:t>04-10-2024</a:t>
            </a:fld>
            <a:endParaRPr lang="en-IN"/>
          </a:p>
        </p:txBody>
      </p:sp>
      <p:sp>
        <p:nvSpPr>
          <p:cNvPr id="6" name="Footer Placeholder 5">
            <a:extLst>
              <a:ext uri="{FF2B5EF4-FFF2-40B4-BE49-F238E27FC236}">
                <a16:creationId xmlns:a16="http://schemas.microsoft.com/office/drawing/2014/main" id="{95C47D23-A62A-AB3E-C46C-76FC293DD2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548F8C-7E4C-8972-01A8-5066938E11A5}"/>
              </a:ext>
            </a:extLst>
          </p:cNvPr>
          <p:cNvSpPr>
            <a:spLocks noGrp="1"/>
          </p:cNvSpPr>
          <p:nvPr>
            <p:ph type="sldNum" sz="quarter" idx="12"/>
          </p:nvPr>
        </p:nvSpPr>
        <p:spPr/>
        <p:txBody>
          <a:bodyPr/>
          <a:lstStyle/>
          <a:p>
            <a:fld id="{90EA7D8F-18AA-4CB5-B700-04F63347C33A}" type="slidenum">
              <a:rPr lang="en-IN" smtClean="0"/>
              <a:t>‹#›</a:t>
            </a:fld>
            <a:endParaRPr lang="en-IN"/>
          </a:p>
        </p:txBody>
      </p:sp>
    </p:spTree>
    <p:extLst>
      <p:ext uri="{BB962C8B-B14F-4D97-AF65-F5344CB8AC3E}">
        <p14:creationId xmlns:p14="http://schemas.microsoft.com/office/powerpoint/2010/main" val="1620170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25B43-0796-7414-1706-74A1AF08A45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B9723E8-CC09-380F-A306-67D21A8A7B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242DF4-0BE1-FCE9-602B-B0E0EC8C24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9ED5361-25BB-5E21-7F56-5A8CE08B79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894E2F-C027-F1E5-1DF3-E1009A038B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6030B66-A7AD-FFF3-E3CF-63E7E7C0D869}"/>
              </a:ext>
            </a:extLst>
          </p:cNvPr>
          <p:cNvSpPr>
            <a:spLocks noGrp="1"/>
          </p:cNvSpPr>
          <p:nvPr>
            <p:ph type="dt" sz="half" idx="10"/>
          </p:nvPr>
        </p:nvSpPr>
        <p:spPr/>
        <p:txBody>
          <a:bodyPr/>
          <a:lstStyle/>
          <a:p>
            <a:fld id="{2EBD0DEC-1D29-4534-904B-7500E4A236CA}" type="datetimeFigureOut">
              <a:rPr lang="en-IN" smtClean="0"/>
              <a:t>04-10-2024</a:t>
            </a:fld>
            <a:endParaRPr lang="en-IN"/>
          </a:p>
        </p:txBody>
      </p:sp>
      <p:sp>
        <p:nvSpPr>
          <p:cNvPr id="8" name="Footer Placeholder 7">
            <a:extLst>
              <a:ext uri="{FF2B5EF4-FFF2-40B4-BE49-F238E27FC236}">
                <a16:creationId xmlns:a16="http://schemas.microsoft.com/office/drawing/2014/main" id="{81635AAB-2663-02AC-4B9F-AE62D4DAB3C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3A30B89-C556-C1CC-7CD4-5D7F554BF37C}"/>
              </a:ext>
            </a:extLst>
          </p:cNvPr>
          <p:cNvSpPr>
            <a:spLocks noGrp="1"/>
          </p:cNvSpPr>
          <p:nvPr>
            <p:ph type="sldNum" sz="quarter" idx="12"/>
          </p:nvPr>
        </p:nvSpPr>
        <p:spPr/>
        <p:txBody>
          <a:bodyPr/>
          <a:lstStyle/>
          <a:p>
            <a:fld id="{90EA7D8F-18AA-4CB5-B700-04F63347C33A}" type="slidenum">
              <a:rPr lang="en-IN" smtClean="0"/>
              <a:t>‹#›</a:t>
            </a:fld>
            <a:endParaRPr lang="en-IN"/>
          </a:p>
        </p:txBody>
      </p:sp>
    </p:spTree>
    <p:extLst>
      <p:ext uri="{BB962C8B-B14F-4D97-AF65-F5344CB8AC3E}">
        <p14:creationId xmlns:p14="http://schemas.microsoft.com/office/powerpoint/2010/main" val="4129866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F7919-0497-F41A-4DAC-67111B24CA0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A4B45B9-A80F-31E6-35C0-8421D2A72D39}"/>
              </a:ext>
            </a:extLst>
          </p:cNvPr>
          <p:cNvSpPr>
            <a:spLocks noGrp="1"/>
          </p:cNvSpPr>
          <p:nvPr>
            <p:ph type="dt" sz="half" idx="10"/>
          </p:nvPr>
        </p:nvSpPr>
        <p:spPr/>
        <p:txBody>
          <a:bodyPr/>
          <a:lstStyle/>
          <a:p>
            <a:fld id="{2EBD0DEC-1D29-4534-904B-7500E4A236CA}" type="datetimeFigureOut">
              <a:rPr lang="en-IN" smtClean="0"/>
              <a:t>04-10-2024</a:t>
            </a:fld>
            <a:endParaRPr lang="en-IN"/>
          </a:p>
        </p:txBody>
      </p:sp>
      <p:sp>
        <p:nvSpPr>
          <p:cNvPr id="4" name="Footer Placeholder 3">
            <a:extLst>
              <a:ext uri="{FF2B5EF4-FFF2-40B4-BE49-F238E27FC236}">
                <a16:creationId xmlns:a16="http://schemas.microsoft.com/office/drawing/2014/main" id="{353AE0FF-5D5E-A012-B9EF-6378B9DCDE1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07DE833-FBD6-E4D6-912E-057249323925}"/>
              </a:ext>
            </a:extLst>
          </p:cNvPr>
          <p:cNvSpPr>
            <a:spLocks noGrp="1"/>
          </p:cNvSpPr>
          <p:nvPr>
            <p:ph type="sldNum" sz="quarter" idx="12"/>
          </p:nvPr>
        </p:nvSpPr>
        <p:spPr/>
        <p:txBody>
          <a:bodyPr/>
          <a:lstStyle/>
          <a:p>
            <a:fld id="{90EA7D8F-18AA-4CB5-B700-04F63347C33A}" type="slidenum">
              <a:rPr lang="en-IN" smtClean="0"/>
              <a:t>‹#›</a:t>
            </a:fld>
            <a:endParaRPr lang="en-IN"/>
          </a:p>
        </p:txBody>
      </p:sp>
    </p:spTree>
    <p:extLst>
      <p:ext uri="{BB962C8B-B14F-4D97-AF65-F5344CB8AC3E}">
        <p14:creationId xmlns:p14="http://schemas.microsoft.com/office/powerpoint/2010/main" val="775229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97FAD4-62E4-8D5F-96FB-CB23B74DC8E6}"/>
              </a:ext>
            </a:extLst>
          </p:cNvPr>
          <p:cNvSpPr>
            <a:spLocks noGrp="1"/>
          </p:cNvSpPr>
          <p:nvPr>
            <p:ph type="dt" sz="half" idx="10"/>
          </p:nvPr>
        </p:nvSpPr>
        <p:spPr/>
        <p:txBody>
          <a:bodyPr/>
          <a:lstStyle/>
          <a:p>
            <a:fld id="{2EBD0DEC-1D29-4534-904B-7500E4A236CA}" type="datetimeFigureOut">
              <a:rPr lang="en-IN" smtClean="0"/>
              <a:t>04-10-2024</a:t>
            </a:fld>
            <a:endParaRPr lang="en-IN"/>
          </a:p>
        </p:txBody>
      </p:sp>
      <p:sp>
        <p:nvSpPr>
          <p:cNvPr id="3" name="Footer Placeholder 2">
            <a:extLst>
              <a:ext uri="{FF2B5EF4-FFF2-40B4-BE49-F238E27FC236}">
                <a16:creationId xmlns:a16="http://schemas.microsoft.com/office/drawing/2014/main" id="{738F220F-7D61-8B6A-BCE1-AA5000FF07B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A03FFB6-1A71-7D6F-4B7D-B08ACCC2EEAA}"/>
              </a:ext>
            </a:extLst>
          </p:cNvPr>
          <p:cNvSpPr>
            <a:spLocks noGrp="1"/>
          </p:cNvSpPr>
          <p:nvPr>
            <p:ph type="sldNum" sz="quarter" idx="12"/>
          </p:nvPr>
        </p:nvSpPr>
        <p:spPr/>
        <p:txBody>
          <a:bodyPr/>
          <a:lstStyle/>
          <a:p>
            <a:fld id="{90EA7D8F-18AA-4CB5-B700-04F63347C33A}" type="slidenum">
              <a:rPr lang="en-IN" smtClean="0"/>
              <a:t>‹#›</a:t>
            </a:fld>
            <a:endParaRPr lang="en-IN"/>
          </a:p>
        </p:txBody>
      </p:sp>
    </p:spTree>
    <p:extLst>
      <p:ext uri="{BB962C8B-B14F-4D97-AF65-F5344CB8AC3E}">
        <p14:creationId xmlns:p14="http://schemas.microsoft.com/office/powerpoint/2010/main" val="3819118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95EB9-AFAD-1160-30D1-DDBEDA10BF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65FDEAD-589A-6DCA-91ED-64DE218EAB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58EB762-3171-31C7-0427-0837CEAE98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B34862-930A-74EE-CF17-CA969F3A375C}"/>
              </a:ext>
            </a:extLst>
          </p:cNvPr>
          <p:cNvSpPr>
            <a:spLocks noGrp="1"/>
          </p:cNvSpPr>
          <p:nvPr>
            <p:ph type="dt" sz="half" idx="10"/>
          </p:nvPr>
        </p:nvSpPr>
        <p:spPr/>
        <p:txBody>
          <a:bodyPr/>
          <a:lstStyle/>
          <a:p>
            <a:fld id="{2EBD0DEC-1D29-4534-904B-7500E4A236CA}" type="datetimeFigureOut">
              <a:rPr lang="en-IN" smtClean="0"/>
              <a:t>04-10-2024</a:t>
            </a:fld>
            <a:endParaRPr lang="en-IN"/>
          </a:p>
        </p:txBody>
      </p:sp>
      <p:sp>
        <p:nvSpPr>
          <p:cNvPr id="6" name="Footer Placeholder 5">
            <a:extLst>
              <a:ext uri="{FF2B5EF4-FFF2-40B4-BE49-F238E27FC236}">
                <a16:creationId xmlns:a16="http://schemas.microsoft.com/office/drawing/2014/main" id="{0E7BDA95-A56B-E271-BCD0-FE102B39FF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C4F974-8655-99ED-F37A-E0B6B11B1043}"/>
              </a:ext>
            </a:extLst>
          </p:cNvPr>
          <p:cNvSpPr>
            <a:spLocks noGrp="1"/>
          </p:cNvSpPr>
          <p:nvPr>
            <p:ph type="sldNum" sz="quarter" idx="12"/>
          </p:nvPr>
        </p:nvSpPr>
        <p:spPr/>
        <p:txBody>
          <a:bodyPr/>
          <a:lstStyle/>
          <a:p>
            <a:fld id="{90EA7D8F-18AA-4CB5-B700-04F63347C33A}" type="slidenum">
              <a:rPr lang="en-IN" smtClean="0"/>
              <a:t>‹#›</a:t>
            </a:fld>
            <a:endParaRPr lang="en-IN"/>
          </a:p>
        </p:txBody>
      </p:sp>
    </p:spTree>
    <p:extLst>
      <p:ext uri="{BB962C8B-B14F-4D97-AF65-F5344CB8AC3E}">
        <p14:creationId xmlns:p14="http://schemas.microsoft.com/office/powerpoint/2010/main" val="3496482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66694-5040-DEAA-B438-6DD7512941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77B567C-A0DA-9777-51EE-3C5966CFE3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3492723-705E-267A-A354-4B6CFBE8AC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D82E82-2289-C677-8223-33F4855416A3}"/>
              </a:ext>
            </a:extLst>
          </p:cNvPr>
          <p:cNvSpPr>
            <a:spLocks noGrp="1"/>
          </p:cNvSpPr>
          <p:nvPr>
            <p:ph type="dt" sz="half" idx="10"/>
          </p:nvPr>
        </p:nvSpPr>
        <p:spPr/>
        <p:txBody>
          <a:bodyPr/>
          <a:lstStyle/>
          <a:p>
            <a:fld id="{2EBD0DEC-1D29-4534-904B-7500E4A236CA}" type="datetimeFigureOut">
              <a:rPr lang="en-IN" smtClean="0"/>
              <a:t>04-10-2024</a:t>
            </a:fld>
            <a:endParaRPr lang="en-IN"/>
          </a:p>
        </p:txBody>
      </p:sp>
      <p:sp>
        <p:nvSpPr>
          <p:cNvPr id="6" name="Footer Placeholder 5">
            <a:extLst>
              <a:ext uri="{FF2B5EF4-FFF2-40B4-BE49-F238E27FC236}">
                <a16:creationId xmlns:a16="http://schemas.microsoft.com/office/drawing/2014/main" id="{563D8AE2-F5F1-608C-52F1-47EE86B0A0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8C2ED4-4D7D-FCA4-6877-176F446A7A00}"/>
              </a:ext>
            </a:extLst>
          </p:cNvPr>
          <p:cNvSpPr>
            <a:spLocks noGrp="1"/>
          </p:cNvSpPr>
          <p:nvPr>
            <p:ph type="sldNum" sz="quarter" idx="12"/>
          </p:nvPr>
        </p:nvSpPr>
        <p:spPr/>
        <p:txBody>
          <a:bodyPr/>
          <a:lstStyle/>
          <a:p>
            <a:fld id="{90EA7D8F-18AA-4CB5-B700-04F63347C33A}" type="slidenum">
              <a:rPr lang="en-IN" smtClean="0"/>
              <a:t>‹#›</a:t>
            </a:fld>
            <a:endParaRPr lang="en-IN"/>
          </a:p>
        </p:txBody>
      </p:sp>
    </p:spTree>
    <p:extLst>
      <p:ext uri="{BB962C8B-B14F-4D97-AF65-F5344CB8AC3E}">
        <p14:creationId xmlns:p14="http://schemas.microsoft.com/office/powerpoint/2010/main" val="2645349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262C5-3668-8C31-8A7D-5069BA7B61C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B33CB15-5022-8EC3-EDE7-184C675F4F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A3125F-E409-9DC3-5DDE-2B8DCE1A2A37}"/>
              </a:ext>
            </a:extLst>
          </p:cNvPr>
          <p:cNvSpPr>
            <a:spLocks noGrp="1"/>
          </p:cNvSpPr>
          <p:nvPr>
            <p:ph type="dt" sz="half" idx="10"/>
          </p:nvPr>
        </p:nvSpPr>
        <p:spPr/>
        <p:txBody>
          <a:bodyPr/>
          <a:lstStyle/>
          <a:p>
            <a:fld id="{2EBD0DEC-1D29-4534-904B-7500E4A236CA}" type="datetimeFigureOut">
              <a:rPr lang="en-IN" smtClean="0"/>
              <a:t>04-10-2024</a:t>
            </a:fld>
            <a:endParaRPr lang="en-IN"/>
          </a:p>
        </p:txBody>
      </p:sp>
      <p:sp>
        <p:nvSpPr>
          <p:cNvPr id="5" name="Footer Placeholder 4">
            <a:extLst>
              <a:ext uri="{FF2B5EF4-FFF2-40B4-BE49-F238E27FC236}">
                <a16:creationId xmlns:a16="http://schemas.microsoft.com/office/drawing/2014/main" id="{EA728539-DFC5-4EC3-9D7C-BB167B6FAB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3BE5B4-7E47-EE50-3570-B85C71F3CB7F}"/>
              </a:ext>
            </a:extLst>
          </p:cNvPr>
          <p:cNvSpPr>
            <a:spLocks noGrp="1"/>
          </p:cNvSpPr>
          <p:nvPr>
            <p:ph type="sldNum" sz="quarter" idx="12"/>
          </p:nvPr>
        </p:nvSpPr>
        <p:spPr/>
        <p:txBody>
          <a:bodyPr/>
          <a:lstStyle/>
          <a:p>
            <a:fld id="{90EA7D8F-18AA-4CB5-B700-04F63347C33A}" type="slidenum">
              <a:rPr lang="en-IN" smtClean="0"/>
              <a:t>‹#›</a:t>
            </a:fld>
            <a:endParaRPr lang="en-IN"/>
          </a:p>
        </p:txBody>
      </p:sp>
    </p:spTree>
    <p:extLst>
      <p:ext uri="{BB962C8B-B14F-4D97-AF65-F5344CB8AC3E}">
        <p14:creationId xmlns:p14="http://schemas.microsoft.com/office/powerpoint/2010/main" val="9011131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6CFBC6-6881-7F7F-A434-62FBAFCE11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97A006E-6A36-2B5A-0FE6-EA184EDC4D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E67B7D-3C5C-D8FF-2B59-56C50BABF851}"/>
              </a:ext>
            </a:extLst>
          </p:cNvPr>
          <p:cNvSpPr>
            <a:spLocks noGrp="1"/>
          </p:cNvSpPr>
          <p:nvPr>
            <p:ph type="dt" sz="half" idx="10"/>
          </p:nvPr>
        </p:nvSpPr>
        <p:spPr/>
        <p:txBody>
          <a:bodyPr/>
          <a:lstStyle/>
          <a:p>
            <a:fld id="{2EBD0DEC-1D29-4534-904B-7500E4A236CA}" type="datetimeFigureOut">
              <a:rPr lang="en-IN" smtClean="0"/>
              <a:t>04-10-2024</a:t>
            </a:fld>
            <a:endParaRPr lang="en-IN"/>
          </a:p>
        </p:txBody>
      </p:sp>
      <p:sp>
        <p:nvSpPr>
          <p:cNvPr id="5" name="Footer Placeholder 4">
            <a:extLst>
              <a:ext uri="{FF2B5EF4-FFF2-40B4-BE49-F238E27FC236}">
                <a16:creationId xmlns:a16="http://schemas.microsoft.com/office/drawing/2014/main" id="{80C78AE9-E544-AC7A-4D6E-83F1131818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890D09-F858-CE5A-D294-A577A26D0AF0}"/>
              </a:ext>
            </a:extLst>
          </p:cNvPr>
          <p:cNvSpPr>
            <a:spLocks noGrp="1"/>
          </p:cNvSpPr>
          <p:nvPr>
            <p:ph type="sldNum" sz="quarter" idx="12"/>
          </p:nvPr>
        </p:nvSpPr>
        <p:spPr/>
        <p:txBody>
          <a:bodyPr/>
          <a:lstStyle/>
          <a:p>
            <a:fld id="{90EA7D8F-18AA-4CB5-B700-04F63347C33A}" type="slidenum">
              <a:rPr lang="en-IN" smtClean="0"/>
              <a:t>‹#›</a:t>
            </a:fld>
            <a:endParaRPr lang="en-IN"/>
          </a:p>
        </p:txBody>
      </p:sp>
    </p:spTree>
    <p:extLst>
      <p:ext uri="{BB962C8B-B14F-4D97-AF65-F5344CB8AC3E}">
        <p14:creationId xmlns:p14="http://schemas.microsoft.com/office/powerpoint/2010/main" val="1908684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AA04BC-937C-DA25-D415-DD181AD27F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8AE3C8-4E01-3020-C34F-325FB28C26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E95E0D-0420-724C-8C43-35B15EC2AD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BD0DEC-1D29-4534-904B-7500E4A236CA}" type="datetimeFigureOut">
              <a:rPr lang="en-IN" smtClean="0"/>
              <a:t>04-10-2024</a:t>
            </a:fld>
            <a:endParaRPr lang="en-IN"/>
          </a:p>
        </p:txBody>
      </p:sp>
      <p:sp>
        <p:nvSpPr>
          <p:cNvPr id="5" name="Footer Placeholder 4">
            <a:extLst>
              <a:ext uri="{FF2B5EF4-FFF2-40B4-BE49-F238E27FC236}">
                <a16:creationId xmlns:a16="http://schemas.microsoft.com/office/drawing/2014/main" id="{1E997CE4-B1E8-A271-C2EF-1375243D2C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4302B59-AA18-11C1-F495-6E56EBA8EE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EA7D8F-18AA-4CB5-B700-04F63347C33A}" type="slidenum">
              <a:rPr lang="en-IN" smtClean="0"/>
              <a:t>‹#›</a:t>
            </a:fld>
            <a:endParaRPr lang="en-IN"/>
          </a:p>
        </p:txBody>
      </p:sp>
    </p:spTree>
    <p:extLst>
      <p:ext uri="{BB962C8B-B14F-4D97-AF65-F5344CB8AC3E}">
        <p14:creationId xmlns:p14="http://schemas.microsoft.com/office/powerpoint/2010/main" val="42266497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2.wdp"/><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 Id="rId5" Type="http://schemas.openxmlformats.org/officeDocument/2006/relationships/image" Target="../media/image34.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svg"/><Relationship Id="rId2" Type="http://schemas.openxmlformats.org/officeDocument/2006/relationships/image" Target="../media/image42.jpg"/><Relationship Id="rId1" Type="http://schemas.openxmlformats.org/officeDocument/2006/relationships/slideLayout" Target="../slideLayouts/slideLayout7.xml"/><Relationship Id="rId6" Type="http://schemas.openxmlformats.org/officeDocument/2006/relationships/image" Target="../media/image46.svg"/><Relationship Id="rId11"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0.svg"/><Relationship Id="rId4" Type="http://schemas.openxmlformats.org/officeDocument/2006/relationships/image" Target="../media/image44.svg"/><Relationship Id="rId9" Type="http://schemas.openxmlformats.org/officeDocument/2006/relationships/image" Target="../media/image49.png"/></Relationships>
</file>

<file path=ppt/slides/_rels/slide16.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AFD4DCB-B2B2-13E0-7CB7-7C359D3DC15B}"/>
              </a:ext>
            </a:extLst>
          </p:cNvPr>
          <p:cNvPicPr>
            <a:picLocks noChangeAspect="1"/>
          </p:cNvPicPr>
          <p:nvPr/>
        </p:nvPicPr>
        <p:blipFill rotWithShape="1">
          <a:blip r:embed="rId3">
            <a:extLst>
              <a:ext uri="{28A0092B-C50C-407E-A947-70E740481C1C}">
                <a14:useLocalDpi xmlns:a14="http://schemas.microsoft.com/office/drawing/2010/main" val="0"/>
              </a:ext>
            </a:extLst>
          </a:blip>
          <a:srcRect t="10826" b="10826"/>
          <a:stretch/>
        </p:blipFill>
        <p:spPr>
          <a:xfrm>
            <a:off x="0" y="0"/>
            <a:ext cx="12192000" cy="6858000"/>
          </a:xfrm>
          <a:prstGeom prst="rect">
            <a:avLst/>
          </a:prstGeom>
        </p:spPr>
      </p:pic>
      <p:pic>
        <p:nvPicPr>
          <p:cNvPr id="9" name="Picture 8">
            <a:extLst>
              <a:ext uri="{FF2B5EF4-FFF2-40B4-BE49-F238E27FC236}">
                <a16:creationId xmlns:a16="http://schemas.microsoft.com/office/drawing/2014/main" id="{086715AB-8672-89EA-1C1C-4CF57A5B0986}"/>
              </a:ext>
            </a:extLst>
          </p:cNvPr>
          <p:cNvPicPr>
            <a:picLocks noChangeAspect="1"/>
          </p:cNvPicPr>
          <p:nvPr/>
        </p:nvPicPr>
        <p:blipFill rotWithShape="1">
          <a:blip r:embed="rId4">
            <a:extLst>
              <a:ext uri="{28A0092B-C50C-407E-A947-70E740481C1C}">
                <a14:useLocalDpi xmlns:a14="http://schemas.microsoft.com/office/drawing/2010/main" val="0"/>
              </a:ext>
            </a:extLst>
          </a:blip>
          <a:srcRect t="12500" b="12500"/>
          <a:stretch/>
        </p:blipFill>
        <p:spPr>
          <a:xfrm>
            <a:off x="12877414" y="1"/>
            <a:ext cx="12191998" cy="6857999"/>
          </a:xfrm>
          <a:prstGeom prst="rect">
            <a:avLst/>
          </a:prstGeom>
        </p:spPr>
      </p:pic>
      <p:sp>
        <p:nvSpPr>
          <p:cNvPr id="5" name="Freeform: Shape 4">
            <a:extLst>
              <a:ext uri="{FF2B5EF4-FFF2-40B4-BE49-F238E27FC236}">
                <a16:creationId xmlns:a16="http://schemas.microsoft.com/office/drawing/2014/main" id="{BA644095-3B88-AAE8-F20E-313A3D538B4F}"/>
              </a:ext>
            </a:extLst>
          </p:cNvPr>
          <p:cNvSpPr/>
          <p:nvPr/>
        </p:nvSpPr>
        <p:spPr>
          <a:xfrm>
            <a:off x="0" y="0"/>
            <a:ext cx="12192000" cy="6858000"/>
          </a:xfrm>
          <a:custGeom>
            <a:avLst/>
            <a:gdLst/>
            <a:ahLst/>
            <a:cxnLst/>
            <a:rect l="l" t="t" r="r" b="b"/>
            <a:pathLst>
              <a:path w="12192000" h="6858000">
                <a:moveTo>
                  <a:pt x="7931396" y="4084543"/>
                </a:moveTo>
                <a:lnTo>
                  <a:pt x="7931700" y="4084543"/>
                </a:lnTo>
                <a:cubicBezTo>
                  <a:pt x="7932716" y="4090232"/>
                  <a:pt x="7934241" y="4096785"/>
                  <a:pt x="7936273" y="4104202"/>
                </a:cubicBezTo>
                <a:cubicBezTo>
                  <a:pt x="7938304" y="4111619"/>
                  <a:pt x="7940642" y="4118985"/>
                  <a:pt x="7943283" y="4126300"/>
                </a:cubicBezTo>
                <a:lnTo>
                  <a:pt x="7957303" y="4164400"/>
                </a:lnTo>
                <a:lnTo>
                  <a:pt x="7906402" y="4164400"/>
                </a:lnTo>
                <a:lnTo>
                  <a:pt x="7920118" y="4124776"/>
                </a:lnTo>
                <a:cubicBezTo>
                  <a:pt x="7923573" y="4115226"/>
                  <a:pt x="7926112" y="4106996"/>
                  <a:pt x="7927738" y="4100087"/>
                </a:cubicBezTo>
                <a:cubicBezTo>
                  <a:pt x="7929364" y="4093179"/>
                  <a:pt x="7930583" y="4087997"/>
                  <a:pt x="7931396" y="4084543"/>
                </a:cubicBezTo>
                <a:close/>
                <a:moveTo>
                  <a:pt x="5188120" y="4057111"/>
                </a:moveTo>
                <a:cubicBezTo>
                  <a:pt x="5191168" y="4057111"/>
                  <a:pt x="5195029" y="4057466"/>
                  <a:pt x="5199702" y="4058177"/>
                </a:cubicBezTo>
                <a:cubicBezTo>
                  <a:pt x="5204376" y="4058889"/>
                  <a:pt x="5208999" y="4060616"/>
                  <a:pt x="5213571" y="4063359"/>
                </a:cubicBezTo>
                <a:cubicBezTo>
                  <a:pt x="5218144" y="4066102"/>
                  <a:pt x="5221953" y="4070268"/>
                  <a:pt x="5225001" y="4075856"/>
                </a:cubicBezTo>
                <a:cubicBezTo>
                  <a:pt x="5228048" y="4081444"/>
                  <a:pt x="5229572" y="4089115"/>
                  <a:pt x="5229572" y="4098868"/>
                </a:cubicBezTo>
                <a:cubicBezTo>
                  <a:pt x="5229572" y="4114311"/>
                  <a:pt x="5225915" y="4125843"/>
                  <a:pt x="5218600" y="4133463"/>
                </a:cubicBezTo>
                <a:cubicBezTo>
                  <a:pt x="5211285" y="4141083"/>
                  <a:pt x="5199194" y="4144893"/>
                  <a:pt x="5182328" y="4144893"/>
                </a:cubicBezTo>
                <a:cubicBezTo>
                  <a:pt x="5179687" y="4144893"/>
                  <a:pt x="5177147" y="4144741"/>
                  <a:pt x="5174708" y="4144436"/>
                </a:cubicBezTo>
                <a:cubicBezTo>
                  <a:pt x="5172270" y="4144131"/>
                  <a:pt x="5169934" y="4143877"/>
                  <a:pt x="5167698" y="4143674"/>
                </a:cubicBezTo>
                <a:lnTo>
                  <a:pt x="5167698" y="4081190"/>
                </a:lnTo>
                <a:cubicBezTo>
                  <a:pt x="5167698" y="4070420"/>
                  <a:pt x="5169527" y="4063715"/>
                  <a:pt x="5173185" y="4061073"/>
                </a:cubicBezTo>
                <a:cubicBezTo>
                  <a:pt x="5176842" y="4058431"/>
                  <a:pt x="5181821" y="4057111"/>
                  <a:pt x="5188120" y="4057111"/>
                </a:cubicBezTo>
                <a:close/>
                <a:moveTo>
                  <a:pt x="4740445" y="4057111"/>
                </a:moveTo>
                <a:cubicBezTo>
                  <a:pt x="4744305" y="4057111"/>
                  <a:pt x="4748573" y="4057568"/>
                  <a:pt x="4753246" y="4058482"/>
                </a:cubicBezTo>
                <a:cubicBezTo>
                  <a:pt x="4757920" y="4059397"/>
                  <a:pt x="4762390" y="4061327"/>
                  <a:pt x="4766657" y="4064273"/>
                </a:cubicBezTo>
                <a:cubicBezTo>
                  <a:pt x="4770924" y="4067220"/>
                  <a:pt x="4774430" y="4071741"/>
                  <a:pt x="4777174" y="4077837"/>
                </a:cubicBezTo>
                <a:cubicBezTo>
                  <a:pt x="4779916" y="4083933"/>
                  <a:pt x="4781288" y="4092061"/>
                  <a:pt x="4781288" y="4102221"/>
                </a:cubicBezTo>
                <a:cubicBezTo>
                  <a:pt x="4781288" y="4117664"/>
                  <a:pt x="4777579" y="4129602"/>
                  <a:pt x="4770163" y="4138035"/>
                </a:cubicBezTo>
                <a:cubicBezTo>
                  <a:pt x="4762746" y="4146468"/>
                  <a:pt x="4750604" y="4150684"/>
                  <a:pt x="4733739" y="4150684"/>
                </a:cubicBezTo>
                <a:cubicBezTo>
                  <a:pt x="4728863" y="4150684"/>
                  <a:pt x="4724290" y="4150379"/>
                  <a:pt x="4720023" y="4149770"/>
                </a:cubicBezTo>
                <a:lnTo>
                  <a:pt x="4720023" y="4081190"/>
                </a:lnTo>
                <a:cubicBezTo>
                  <a:pt x="4720023" y="4070420"/>
                  <a:pt x="4721852" y="4063715"/>
                  <a:pt x="4725510" y="4061073"/>
                </a:cubicBezTo>
                <a:cubicBezTo>
                  <a:pt x="4729167" y="4058431"/>
                  <a:pt x="4734146" y="4057111"/>
                  <a:pt x="4740445" y="4057111"/>
                </a:cubicBezTo>
                <a:close/>
                <a:moveTo>
                  <a:pt x="3949870" y="4057111"/>
                </a:moveTo>
                <a:cubicBezTo>
                  <a:pt x="3952918" y="4057111"/>
                  <a:pt x="3956779" y="4057466"/>
                  <a:pt x="3961452" y="4058177"/>
                </a:cubicBezTo>
                <a:cubicBezTo>
                  <a:pt x="3966126" y="4058889"/>
                  <a:pt x="3970749" y="4060616"/>
                  <a:pt x="3975321" y="4063359"/>
                </a:cubicBezTo>
                <a:cubicBezTo>
                  <a:pt x="3979893" y="4066102"/>
                  <a:pt x="3983703" y="4070268"/>
                  <a:pt x="3986751" y="4075856"/>
                </a:cubicBezTo>
                <a:cubicBezTo>
                  <a:pt x="3989799" y="4081444"/>
                  <a:pt x="3991323" y="4089115"/>
                  <a:pt x="3991323" y="4098868"/>
                </a:cubicBezTo>
                <a:cubicBezTo>
                  <a:pt x="3991323" y="4114311"/>
                  <a:pt x="3987665" y="4125843"/>
                  <a:pt x="3980350" y="4133463"/>
                </a:cubicBezTo>
                <a:cubicBezTo>
                  <a:pt x="3973035" y="4141083"/>
                  <a:pt x="3960944" y="4144893"/>
                  <a:pt x="3944079" y="4144893"/>
                </a:cubicBezTo>
                <a:cubicBezTo>
                  <a:pt x="3941437" y="4144893"/>
                  <a:pt x="3938897" y="4144741"/>
                  <a:pt x="3936459" y="4144436"/>
                </a:cubicBezTo>
                <a:cubicBezTo>
                  <a:pt x="3934020" y="4144131"/>
                  <a:pt x="3931684" y="4143877"/>
                  <a:pt x="3929448" y="4143674"/>
                </a:cubicBezTo>
                <a:lnTo>
                  <a:pt x="3929448" y="4081190"/>
                </a:lnTo>
                <a:cubicBezTo>
                  <a:pt x="3929448" y="4070420"/>
                  <a:pt x="3931277" y="4063715"/>
                  <a:pt x="3934935" y="4061073"/>
                </a:cubicBezTo>
                <a:cubicBezTo>
                  <a:pt x="3938592" y="4058431"/>
                  <a:pt x="3943571" y="4057111"/>
                  <a:pt x="3949870" y="4057111"/>
                </a:cubicBezTo>
                <a:close/>
                <a:moveTo>
                  <a:pt x="9238911" y="4053758"/>
                </a:moveTo>
                <a:cubicBezTo>
                  <a:pt x="9253135" y="4053351"/>
                  <a:pt x="9264768" y="4057212"/>
                  <a:pt x="9273810" y="4065340"/>
                </a:cubicBezTo>
                <a:cubicBezTo>
                  <a:pt x="9282853" y="4073468"/>
                  <a:pt x="9289610" y="4084644"/>
                  <a:pt x="9294080" y="4098868"/>
                </a:cubicBezTo>
                <a:cubicBezTo>
                  <a:pt x="9298550" y="4113092"/>
                  <a:pt x="9300786" y="4129551"/>
                  <a:pt x="9300786" y="4148246"/>
                </a:cubicBezTo>
                <a:cubicBezTo>
                  <a:pt x="9300786" y="4157593"/>
                  <a:pt x="9299871" y="4167194"/>
                  <a:pt x="9298042" y="4177049"/>
                </a:cubicBezTo>
                <a:cubicBezTo>
                  <a:pt x="9296214" y="4186905"/>
                  <a:pt x="9293166" y="4195998"/>
                  <a:pt x="9288898" y="4204329"/>
                </a:cubicBezTo>
                <a:cubicBezTo>
                  <a:pt x="9284632" y="4212660"/>
                  <a:pt x="9278942" y="4219417"/>
                  <a:pt x="9271830" y="4224598"/>
                </a:cubicBezTo>
                <a:cubicBezTo>
                  <a:pt x="9264718" y="4229780"/>
                  <a:pt x="9255878" y="4232371"/>
                  <a:pt x="9245312" y="4232371"/>
                </a:cubicBezTo>
                <a:cubicBezTo>
                  <a:pt x="9233730" y="4232371"/>
                  <a:pt x="9223976" y="4229424"/>
                  <a:pt x="9216052" y="4223531"/>
                </a:cubicBezTo>
                <a:cubicBezTo>
                  <a:pt x="9208126" y="4217639"/>
                  <a:pt x="9201827" y="4209917"/>
                  <a:pt x="9197154" y="4200367"/>
                </a:cubicBezTo>
                <a:cubicBezTo>
                  <a:pt x="9192480" y="4190816"/>
                  <a:pt x="9189076" y="4180656"/>
                  <a:pt x="9186942" y="4169887"/>
                </a:cubicBezTo>
                <a:cubicBezTo>
                  <a:pt x="9184809" y="4159117"/>
                  <a:pt x="9183742" y="4148957"/>
                  <a:pt x="9183742" y="4139407"/>
                </a:cubicBezTo>
                <a:cubicBezTo>
                  <a:pt x="9183742" y="4130059"/>
                  <a:pt x="9184656" y="4120407"/>
                  <a:pt x="9186486" y="4110451"/>
                </a:cubicBezTo>
                <a:cubicBezTo>
                  <a:pt x="9188314" y="4100494"/>
                  <a:pt x="9191362" y="4091299"/>
                  <a:pt x="9195630" y="4082866"/>
                </a:cubicBezTo>
                <a:cubicBezTo>
                  <a:pt x="9199897" y="4074433"/>
                  <a:pt x="9205586" y="4067525"/>
                  <a:pt x="9212698" y="4062140"/>
                </a:cubicBezTo>
                <a:cubicBezTo>
                  <a:pt x="9219810" y="4056755"/>
                  <a:pt x="9228548" y="4053961"/>
                  <a:pt x="9238911" y="4053758"/>
                </a:cubicBezTo>
                <a:close/>
                <a:moveTo>
                  <a:pt x="2980987" y="4053758"/>
                </a:moveTo>
                <a:cubicBezTo>
                  <a:pt x="2995211" y="4053351"/>
                  <a:pt x="3006844" y="4057212"/>
                  <a:pt x="3015886" y="4065340"/>
                </a:cubicBezTo>
                <a:cubicBezTo>
                  <a:pt x="3024929" y="4073468"/>
                  <a:pt x="3031685" y="4084644"/>
                  <a:pt x="3036156" y="4098868"/>
                </a:cubicBezTo>
                <a:cubicBezTo>
                  <a:pt x="3040626" y="4113092"/>
                  <a:pt x="3042861" y="4129551"/>
                  <a:pt x="3042861" y="4148246"/>
                </a:cubicBezTo>
                <a:cubicBezTo>
                  <a:pt x="3042861" y="4157593"/>
                  <a:pt x="3041947" y="4167194"/>
                  <a:pt x="3040118" y="4177049"/>
                </a:cubicBezTo>
                <a:cubicBezTo>
                  <a:pt x="3038289" y="4186905"/>
                  <a:pt x="3035241" y="4195998"/>
                  <a:pt x="3030974" y="4204329"/>
                </a:cubicBezTo>
                <a:cubicBezTo>
                  <a:pt x="3026707" y="4212660"/>
                  <a:pt x="3021017" y="4219417"/>
                  <a:pt x="3013905" y="4224598"/>
                </a:cubicBezTo>
                <a:cubicBezTo>
                  <a:pt x="3006793" y="4229780"/>
                  <a:pt x="2997954" y="4232371"/>
                  <a:pt x="2987388" y="4232371"/>
                </a:cubicBezTo>
                <a:cubicBezTo>
                  <a:pt x="2975805" y="4232371"/>
                  <a:pt x="2966052" y="4229424"/>
                  <a:pt x="2958127" y="4223531"/>
                </a:cubicBezTo>
                <a:cubicBezTo>
                  <a:pt x="2950202" y="4217639"/>
                  <a:pt x="2943903" y="4209917"/>
                  <a:pt x="2939229" y="4200367"/>
                </a:cubicBezTo>
                <a:cubicBezTo>
                  <a:pt x="2934556" y="4190816"/>
                  <a:pt x="2931152" y="4180656"/>
                  <a:pt x="2929018" y="4169887"/>
                </a:cubicBezTo>
                <a:cubicBezTo>
                  <a:pt x="2926885" y="4159117"/>
                  <a:pt x="2925818" y="4148957"/>
                  <a:pt x="2925818" y="4139407"/>
                </a:cubicBezTo>
                <a:cubicBezTo>
                  <a:pt x="2925818" y="4130059"/>
                  <a:pt x="2926733" y="4120407"/>
                  <a:pt x="2928561" y="4110451"/>
                </a:cubicBezTo>
                <a:cubicBezTo>
                  <a:pt x="2930390" y="4100494"/>
                  <a:pt x="2933438" y="4091299"/>
                  <a:pt x="2937705" y="4082866"/>
                </a:cubicBezTo>
                <a:cubicBezTo>
                  <a:pt x="2941972" y="4074433"/>
                  <a:pt x="2947662" y="4067525"/>
                  <a:pt x="2954774" y="4062140"/>
                </a:cubicBezTo>
                <a:cubicBezTo>
                  <a:pt x="2961886" y="4056755"/>
                  <a:pt x="2970624" y="4053961"/>
                  <a:pt x="2980987" y="4053758"/>
                </a:cubicBezTo>
                <a:close/>
                <a:moveTo>
                  <a:pt x="2161837" y="4053758"/>
                </a:moveTo>
                <a:cubicBezTo>
                  <a:pt x="2176061" y="4053351"/>
                  <a:pt x="2187694" y="4057212"/>
                  <a:pt x="2196737" y="4065340"/>
                </a:cubicBezTo>
                <a:cubicBezTo>
                  <a:pt x="2205779" y="4073468"/>
                  <a:pt x="2212535" y="4084644"/>
                  <a:pt x="2217006" y="4098868"/>
                </a:cubicBezTo>
                <a:cubicBezTo>
                  <a:pt x="2221476" y="4113092"/>
                  <a:pt x="2223711" y="4129551"/>
                  <a:pt x="2223711" y="4148246"/>
                </a:cubicBezTo>
                <a:cubicBezTo>
                  <a:pt x="2223711" y="4157593"/>
                  <a:pt x="2222797" y="4167194"/>
                  <a:pt x="2220968" y="4177049"/>
                </a:cubicBezTo>
                <a:cubicBezTo>
                  <a:pt x="2219139" y="4186905"/>
                  <a:pt x="2216091" y="4195998"/>
                  <a:pt x="2211824" y="4204329"/>
                </a:cubicBezTo>
                <a:cubicBezTo>
                  <a:pt x="2207557" y="4212660"/>
                  <a:pt x="2201867" y="4219417"/>
                  <a:pt x="2194755" y="4224598"/>
                </a:cubicBezTo>
                <a:cubicBezTo>
                  <a:pt x="2187643" y="4229780"/>
                  <a:pt x="2178804" y="4232371"/>
                  <a:pt x="2168238" y="4232371"/>
                </a:cubicBezTo>
                <a:cubicBezTo>
                  <a:pt x="2156655" y="4232371"/>
                  <a:pt x="2146902" y="4229424"/>
                  <a:pt x="2138977" y="4223531"/>
                </a:cubicBezTo>
                <a:cubicBezTo>
                  <a:pt x="2131052" y="4217639"/>
                  <a:pt x="2124753" y="4209917"/>
                  <a:pt x="2120079" y="4200367"/>
                </a:cubicBezTo>
                <a:cubicBezTo>
                  <a:pt x="2115405" y="4190816"/>
                  <a:pt x="2112002" y="4180656"/>
                  <a:pt x="2109868" y="4169887"/>
                </a:cubicBezTo>
                <a:cubicBezTo>
                  <a:pt x="2107735" y="4159117"/>
                  <a:pt x="2106668" y="4148957"/>
                  <a:pt x="2106668" y="4139407"/>
                </a:cubicBezTo>
                <a:cubicBezTo>
                  <a:pt x="2106668" y="4130059"/>
                  <a:pt x="2107582" y="4120407"/>
                  <a:pt x="2109411" y="4110451"/>
                </a:cubicBezTo>
                <a:cubicBezTo>
                  <a:pt x="2111240" y="4100494"/>
                  <a:pt x="2114288" y="4091299"/>
                  <a:pt x="2118555" y="4082866"/>
                </a:cubicBezTo>
                <a:cubicBezTo>
                  <a:pt x="2122822" y="4074433"/>
                  <a:pt x="2128512" y="4067525"/>
                  <a:pt x="2135624" y="4062140"/>
                </a:cubicBezTo>
                <a:cubicBezTo>
                  <a:pt x="2142736" y="4056755"/>
                  <a:pt x="2151474" y="4053961"/>
                  <a:pt x="2161837" y="4053758"/>
                </a:cubicBezTo>
                <a:close/>
                <a:moveTo>
                  <a:pt x="9625626" y="4036384"/>
                </a:moveTo>
                <a:lnTo>
                  <a:pt x="9625626" y="4059854"/>
                </a:lnTo>
                <a:cubicBezTo>
                  <a:pt x="9627862" y="4059651"/>
                  <a:pt x="9631468" y="4059498"/>
                  <a:pt x="9636446" y="4059397"/>
                </a:cubicBezTo>
                <a:cubicBezTo>
                  <a:pt x="9641426" y="4059295"/>
                  <a:pt x="9645540" y="4059143"/>
                  <a:pt x="9648791" y="4058939"/>
                </a:cubicBezTo>
                <a:cubicBezTo>
                  <a:pt x="9648384" y="4061581"/>
                  <a:pt x="9648080" y="4065442"/>
                  <a:pt x="9647876" y="4070522"/>
                </a:cubicBezTo>
                <a:cubicBezTo>
                  <a:pt x="9647674" y="4075602"/>
                  <a:pt x="9647572" y="4080885"/>
                  <a:pt x="9647572" y="4086371"/>
                </a:cubicBezTo>
                <a:lnTo>
                  <a:pt x="9648182" y="4203110"/>
                </a:lnTo>
                <a:cubicBezTo>
                  <a:pt x="9648182" y="4211238"/>
                  <a:pt x="9647318" y="4217131"/>
                  <a:pt x="9645590" y="4220788"/>
                </a:cubicBezTo>
                <a:cubicBezTo>
                  <a:pt x="9643864" y="4224446"/>
                  <a:pt x="9641426" y="4226783"/>
                  <a:pt x="9638276" y="4227799"/>
                </a:cubicBezTo>
                <a:cubicBezTo>
                  <a:pt x="9635126" y="4228815"/>
                  <a:pt x="9631214" y="4229424"/>
                  <a:pt x="9626540" y="4229627"/>
                </a:cubicBezTo>
                <a:lnTo>
                  <a:pt x="9626540" y="4249744"/>
                </a:lnTo>
                <a:lnTo>
                  <a:pt x="9696035" y="4249744"/>
                </a:lnTo>
                <a:lnTo>
                  <a:pt x="9696035" y="4226275"/>
                </a:lnTo>
                <a:cubicBezTo>
                  <a:pt x="9694003" y="4226275"/>
                  <a:pt x="9690498" y="4226325"/>
                  <a:pt x="9685519" y="4226427"/>
                </a:cubicBezTo>
                <a:cubicBezTo>
                  <a:pt x="9680541" y="4226529"/>
                  <a:pt x="9676426" y="4226783"/>
                  <a:pt x="9673175" y="4227189"/>
                </a:cubicBezTo>
                <a:cubicBezTo>
                  <a:pt x="9673582" y="4224547"/>
                  <a:pt x="9673886" y="4220687"/>
                  <a:pt x="9674090" y="4215607"/>
                </a:cubicBezTo>
                <a:cubicBezTo>
                  <a:pt x="9674292" y="4210527"/>
                  <a:pt x="9674394" y="4205243"/>
                  <a:pt x="9674394" y="4199757"/>
                </a:cubicBezTo>
                <a:lnTo>
                  <a:pt x="9673784" y="4105269"/>
                </a:lnTo>
                <a:lnTo>
                  <a:pt x="9674090" y="4105269"/>
                </a:lnTo>
                <a:cubicBezTo>
                  <a:pt x="9676934" y="4109333"/>
                  <a:pt x="9679779" y="4113295"/>
                  <a:pt x="9682624" y="4117156"/>
                </a:cubicBezTo>
                <a:cubicBezTo>
                  <a:pt x="9685468" y="4121017"/>
                  <a:pt x="9688212" y="4124675"/>
                  <a:pt x="9690853" y="4128129"/>
                </a:cubicBezTo>
                <a:lnTo>
                  <a:pt x="9788390" y="4252792"/>
                </a:lnTo>
                <a:lnTo>
                  <a:pt x="9814298" y="4252792"/>
                </a:lnTo>
                <a:lnTo>
                  <a:pt x="9814298" y="4083019"/>
                </a:lnTo>
                <a:cubicBezTo>
                  <a:pt x="9814298" y="4074687"/>
                  <a:pt x="9815161" y="4068744"/>
                  <a:pt x="9816888" y="4065188"/>
                </a:cubicBezTo>
                <a:cubicBezTo>
                  <a:pt x="9818615" y="4061632"/>
                  <a:pt x="9821105" y="4059346"/>
                  <a:pt x="9824356" y="4058330"/>
                </a:cubicBezTo>
                <a:cubicBezTo>
                  <a:pt x="9827607" y="4057314"/>
                  <a:pt x="9831468" y="4056704"/>
                  <a:pt x="9835938" y="4056501"/>
                </a:cubicBezTo>
                <a:lnTo>
                  <a:pt x="9835938" y="4036384"/>
                </a:lnTo>
                <a:lnTo>
                  <a:pt x="9766444" y="4036384"/>
                </a:lnTo>
                <a:lnTo>
                  <a:pt x="9766444" y="4059854"/>
                </a:lnTo>
                <a:cubicBezTo>
                  <a:pt x="9768679" y="4059651"/>
                  <a:pt x="9772235" y="4059498"/>
                  <a:pt x="9777112" y="4059397"/>
                </a:cubicBezTo>
                <a:cubicBezTo>
                  <a:pt x="9781989" y="4059295"/>
                  <a:pt x="9786052" y="4059143"/>
                  <a:pt x="9789304" y="4058939"/>
                </a:cubicBezTo>
                <a:cubicBezTo>
                  <a:pt x="9789100" y="4061581"/>
                  <a:pt x="9788897" y="4065442"/>
                  <a:pt x="9788694" y="4070522"/>
                </a:cubicBezTo>
                <a:cubicBezTo>
                  <a:pt x="9788492" y="4075602"/>
                  <a:pt x="9788390" y="4080885"/>
                  <a:pt x="9788390" y="4086371"/>
                </a:cubicBezTo>
                <a:lnTo>
                  <a:pt x="9788390" y="4182993"/>
                </a:lnTo>
                <a:lnTo>
                  <a:pt x="9788084" y="4182993"/>
                </a:lnTo>
                <a:cubicBezTo>
                  <a:pt x="9785646" y="4179539"/>
                  <a:pt x="9782750" y="4175475"/>
                  <a:pt x="9779398" y="4170801"/>
                </a:cubicBezTo>
                <a:cubicBezTo>
                  <a:pt x="9776045" y="4166127"/>
                  <a:pt x="9771828" y="4160539"/>
                  <a:pt x="9766748" y="4154037"/>
                </a:cubicBezTo>
                <a:lnTo>
                  <a:pt x="9673480" y="4036384"/>
                </a:lnTo>
                <a:close/>
                <a:moveTo>
                  <a:pt x="8768986" y="4036384"/>
                </a:moveTo>
                <a:lnTo>
                  <a:pt x="8768986" y="4059854"/>
                </a:lnTo>
                <a:cubicBezTo>
                  <a:pt x="8771222" y="4059651"/>
                  <a:pt x="8774777" y="4059498"/>
                  <a:pt x="8779654" y="4059397"/>
                </a:cubicBezTo>
                <a:cubicBezTo>
                  <a:pt x="8784530" y="4059295"/>
                  <a:pt x="8788595" y="4059143"/>
                  <a:pt x="8791846" y="4058939"/>
                </a:cubicBezTo>
                <a:cubicBezTo>
                  <a:pt x="8791643" y="4061581"/>
                  <a:pt x="8791389" y="4065442"/>
                  <a:pt x="8791084" y="4070522"/>
                </a:cubicBezTo>
                <a:cubicBezTo>
                  <a:pt x="8790779" y="4075602"/>
                  <a:pt x="8790626" y="4080885"/>
                  <a:pt x="8790626" y="4086371"/>
                </a:cubicBezTo>
                <a:lnTo>
                  <a:pt x="8790626" y="4203110"/>
                </a:lnTo>
                <a:cubicBezTo>
                  <a:pt x="8790626" y="4211238"/>
                  <a:pt x="8789763" y="4217131"/>
                  <a:pt x="8788036" y="4220788"/>
                </a:cubicBezTo>
                <a:cubicBezTo>
                  <a:pt x="8786309" y="4224446"/>
                  <a:pt x="8783870" y="4226783"/>
                  <a:pt x="8780720" y="4227799"/>
                </a:cubicBezTo>
                <a:cubicBezTo>
                  <a:pt x="8777571" y="4228815"/>
                  <a:pt x="8773660" y="4229424"/>
                  <a:pt x="8768986" y="4229627"/>
                </a:cubicBezTo>
                <a:lnTo>
                  <a:pt x="8768986" y="4249744"/>
                </a:lnTo>
                <a:lnTo>
                  <a:pt x="8856464" y="4249744"/>
                </a:lnTo>
                <a:lnTo>
                  <a:pt x="8856464" y="4226275"/>
                </a:lnTo>
                <a:cubicBezTo>
                  <a:pt x="8854432" y="4226275"/>
                  <a:pt x="8850926" y="4226325"/>
                  <a:pt x="8845948" y="4226427"/>
                </a:cubicBezTo>
                <a:cubicBezTo>
                  <a:pt x="8840969" y="4226529"/>
                  <a:pt x="8836854" y="4226783"/>
                  <a:pt x="8833603" y="4227189"/>
                </a:cubicBezTo>
                <a:cubicBezTo>
                  <a:pt x="8834010" y="4224547"/>
                  <a:pt x="8834314" y="4220687"/>
                  <a:pt x="8834518" y="4215607"/>
                </a:cubicBezTo>
                <a:cubicBezTo>
                  <a:pt x="8834721" y="4210527"/>
                  <a:pt x="8834823" y="4205243"/>
                  <a:pt x="8834823" y="4199757"/>
                </a:cubicBezTo>
                <a:lnTo>
                  <a:pt x="8834823" y="4083019"/>
                </a:lnTo>
                <a:cubicBezTo>
                  <a:pt x="8834823" y="4074687"/>
                  <a:pt x="8835686" y="4068744"/>
                  <a:pt x="8837414" y="4065188"/>
                </a:cubicBezTo>
                <a:cubicBezTo>
                  <a:pt x="8839140" y="4061632"/>
                  <a:pt x="8841630" y="4059346"/>
                  <a:pt x="8844881" y="4058330"/>
                </a:cubicBezTo>
                <a:cubicBezTo>
                  <a:pt x="8848132" y="4057314"/>
                  <a:pt x="8851994" y="4056704"/>
                  <a:pt x="8856464" y="4056501"/>
                </a:cubicBezTo>
                <a:lnTo>
                  <a:pt x="8856464" y="4036384"/>
                </a:lnTo>
                <a:close/>
                <a:moveTo>
                  <a:pt x="8302947" y="4036384"/>
                </a:moveTo>
                <a:lnTo>
                  <a:pt x="8301423" y="4105269"/>
                </a:lnTo>
                <a:lnTo>
                  <a:pt x="8321540" y="4105269"/>
                </a:lnTo>
                <a:cubicBezTo>
                  <a:pt x="8321540" y="4088810"/>
                  <a:pt x="8324893" y="4076719"/>
                  <a:pt x="8331598" y="4068998"/>
                </a:cubicBezTo>
                <a:cubicBezTo>
                  <a:pt x="8338303" y="4061276"/>
                  <a:pt x="8347448" y="4057314"/>
                  <a:pt x="8359030" y="4057111"/>
                </a:cubicBezTo>
                <a:lnTo>
                  <a:pt x="8373051" y="4057111"/>
                </a:lnTo>
                <a:lnTo>
                  <a:pt x="8373051" y="4203110"/>
                </a:lnTo>
                <a:cubicBezTo>
                  <a:pt x="8373051" y="4211238"/>
                  <a:pt x="8372187" y="4217131"/>
                  <a:pt x="8370460" y="4220788"/>
                </a:cubicBezTo>
                <a:cubicBezTo>
                  <a:pt x="8368733" y="4224446"/>
                  <a:pt x="8366295" y="4226783"/>
                  <a:pt x="8363145" y="4227799"/>
                </a:cubicBezTo>
                <a:cubicBezTo>
                  <a:pt x="8359995" y="4228815"/>
                  <a:pt x="8356084" y="4229424"/>
                  <a:pt x="8351410" y="4229627"/>
                </a:cubicBezTo>
                <a:lnTo>
                  <a:pt x="8351410" y="4249744"/>
                </a:lnTo>
                <a:lnTo>
                  <a:pt x="8440412" y="4249744"/>
                </a:lnTo>
                <a:lnTo>
                  <a:pt x="8440412" y="4226275"/>
                </a:lnTo>
                <a:cubicBezTo>
                  <a:pt x="8438380" y="4226275"/>
                  <a:pt x="8434671" y="4226325"/>
                  <a:pt x="8429286" y="4226427"/>
                </a:cubicBezTo>
                <a:cubicBezTo>
                  <a:pt x="8423902" y="4226529"/>
                  <a:pt x="8419482" y="4226783"/>
                  <a:pt x="8416028" y="4227189"/>
                </a:cubicBezTo>
                <a:cubicBezTo>
                  <a:pt x="8416434" y="4224547"/>
                  <a:pt x="8416739" y="4220687"/>
                  <a:pt x="8416942" y="4215607"/>
                </a:cubicBezTo>
                <a:cubicBezTo>
                  <a:pt x="8417145" y="4210527"/>
                  <a:pt x="8417246" y="4205243"/>
                  <a:pt x="8417246" y="4199757"/>
                </a:cubicBezTo>
                <a:lnTo>
                  <a:pt x="8417246" y="4056806"/>
                </a:lnTo>
                <a:lnTo>
                  <a:pt x="8431877" y="4056806"/>
                </a:lnTo>
                <a:cubicBezTo>
                  <a:pt x="8443460" y="4056603"/>
                  <a:pt x="8452603" y="4060514"/>
                  <a:pt x="8459309" y="4068541"/>
                </a:cubicBezTo>
                <a:cubicBezTo>
                  <a:pt x="8466014" y="4076567"/>
                  <a:pt x="8469367" y="4088810"/>
                  <a:pt x="8469367" y="4105269"/>
                </a:cubicBezTo>
                <a:lnTo>
                  <a:pt x="8489484" y="4105269"/>
                </a:lnTo>
                <a:lnTo>
                  <a:pt x="8487656" y="4036384"/>
                </a:lnTo>
                <a:close/>
                <a:moveTo>
                  <a:pt x="7388547" y="4036384"/>
                </a:moveTo>
                <a:lnTo>
                  <a:pt x="7387023" y="4105269"/>
                </a:lnTo>
                <a:lnTo>
                  <a:pt x="7407140" y="4105269"/>
                </a:lnTo>
                <a:cubicBezTo>
                  <a:pt x="7407140" y="4088810"/>
                  <a:pt x="7410493" y="4076719"/>
                  <a:pt x="7417198" y="4068998"/>
                </a:cubicBezTo>
                <a:cubicBezTo>
                  <a:pt x="7423903" y="4061276"/>
                  <a:pt x="7433048" y="4057314"/>
                  <a:pt x="7444630" y="4057111"/>
                </a:cubicBezTo>
                <a:lnTo>
                  <a:pt x="7458651" y="4057111"/>
                </a:lnTo>
                <a:lnTo>
                  <a:pt x="7458651" y="4203110"/>
                </a:lnTo>
                <a:cubicBezTo>
                  <a:pt x="7458651" y="4211238"/>
                  <a:pt x="7457787" y="4217131"/>
                  <a:pt x="7456060" y="4220788"/>
                </a:cubicBezTo>
                <a:cubicBezTo>
                  <a:pt x="7454333" y="4224446"/>
                  <a:pt x="7451895" y="4226783"/>
                  <a:pt x="7448745" y="4227799"/>
                </a:cubicBezTo>
                <a:cubicBezTo>
                  <a:pt x="7445595" y="4228815"/>
                  <a:pt x="7441684" y="4229424"/>
                  <a:pt x="7437010" y="4229627"/>
                </a:cubicBezTo>
                <a:lnTo>
                  <a:pt x="7437010" y="4249744"/>
                </a:lnTo>
                <a:lnTo>
                  <a:pt x="7526012" y="4249744"/>
                </a:lnTo>
                <a:lnTo>
                  <a:pt x="7526012" y="4226275"/>
                </a:lnTo>
                <a:cubicBezTo>
                  <a:pt x="7523980" y="4226275"/>
                  <a:pt x="7520271" y="4226325"/>
                  <a:pt x="7514886" y="4226427"/>
                </a:cubicBezTo>
                <a:cubicBezTo>
                  <a:pt x="7509502" y="4226529"/>
                  <a:pt x="7505082" y="4226783"/>
                  <a:pt x="7501628" y="4227189"/>
                </a:cubicBezTo>
                <a:cubicBezTo>
                  <a:pt x="7502034" y="4224547"/>
                  <a:pt x="7502339" y="4220687"/>
                  <a:pt x="7502542" y="4215607"/>
                </a:cubicBezTo>
                <a:cubicBezTo>
                  <a:pt x="7502745" y="4210527"/>
                  <a:pt x="7502847" y="4205243"/>
                  <a:pt x="7502847" y="4199757"/>
                </a:cubicBezTo>
                <a:lnTo>
                  <a:pt x="7502847" y="4056806"/>
                </a:lnTo>
                <a:lnTo>
                  <a:pt x="7517477" y="4056806"/>
                </a:lnTo>
                <a:cubicBezTo>
                  <a:pt x="7529060" y="4056603"/>
                  <a:pt x="7538203" y="4060514"/>
                  <a:pt x="7544909" y="4068541"/>
                </a:cubicBezTo>
                <a:cubicBezTo>
                  <a:pt x="7551615" y="4076567"/>
                  <a:pt x="7554967" y="4088810"/>
                  <a:pt x="7554967" y="4105269"/>
                </a:cubicBezTo>
                <a:lnTo>
                  <a:pt x="7575084" y="4105269"/>
                </a:lnTo>
                <a:lnTo>
                  <a:pt x="7573256" y="4036384"/>
                </a:lnTo>
                <a:close/>
                <a:moveTo>
                  <a:pt x="6901477" y="4036384"/>
                </a:moveTo>
                <a:lnTo>
                  <a:pt x="6901477" y="4059854"/>
                </a:lnTo>
                <a:cubicBezTo>
                  <a:pt x="6903712" y="4059651"/>
                  <a:pt x="6907318" y="4059498"/>
                  <a:pt x="6912297" y="4059397"/>
                </a:cubicBezTo>
                <a:cubicBezTo>
                  <a:pt x="6917276" y="4059295"/>
                  <a:pt x="6921390" y="4059143"/>
                  <a:pt x="6924641" y="4058939"/>
                </a:cubicBezTo>
                <a:cubicBezTo>
                  <a:pt x="6924234" y="4061581"/>
                  <a:pt x="6923930" y="4065442"/>
                  <a:pt x="6923727" y="4070522"/>
                </a:cubicBezTo>
                <a:cubicBezTo>
                  <a:pt x="6923524" y="4075602"/>
                  <a:pt x="6923422" y="4080885"/>
                  <a:pt x="6923422" y="4086371"/>
                </a:cubicBezTo>
                <a:lnTo>
                  <a:pt x="6924032" y="4203110"/>
                </a:lnTo>
                <a:cubicBezTo>
                  <a:pt x="6924032" y="4211238"/>
                  <a:pt x="6923168" y="4217131"/>
                  <a:pt x="6921441" y="4220788"/>
                </a:cubicBezTo>
                <a:cubicBezTo>
                  <a:pt x="6919714" y="4224446"/>
                  <a:pt x="6917276" y="4226783"/>
                  <a:pt x="6914126" y="4227799"/>
                </a:cubicBezTo>
                <a:cubicBezTo>
                  <a:pt x="6910976" y="4228815"/>
                  <a:pt x="6907065" y="4229424"/>
                  <a:pt x="6902391" y="4229627"/>
                </a:cubicBezTo>
                <a:lnTo>
                  <a:pt x="6902391" y="4249744"/>
                </a:lnTo>
                <a:lnTo>
                  <a:pt x="6971885" y="4249744"/>
                </a:lnTo>
                <a:lnTo>
                  <a:pt x="6971885" y="4226275"/>
                </a:lnTo>
                <a:cubicBezTo>
                  <a:pt x="6969853" y="4226275"/>
                  <a:pt x="6966348" y="4226325"/>
                  <a:pt x="6961369" y="4226427"/>
                </a:cubicBezTo>
                <a:cubicBezTo>
                  <a:pt x="6956391" y="4226529"/>
                  <a:pt x="6952276" y="4226783"/>
                  <a:pt x="6949025" y="4227189"/>
                </a:cubicBezTo>
                <a:cubicBezTo>
                  <a:pt x="6949432" y="4224547"/>
                  <a:pt x="6949736" y="4220687"/>
                  <a:pt x="6949940" y="4215607"/>
                </a:cubicBezTo>
                <a:cubicBezTo>
                  <a:pt x="6950143" y="4210527"/>
                  <a:pt x="6950244" y="4205243"/>
                  <a:pt x="6950244" y="4199757"/>
                </a:cubicBezTo>
                <a:lnTo>
                  <a:pt x="6949635" y="4105269"/>
                </a:lnTo>
                <a:lnTo>
                  <a:pt x="6949940" y="4105269"/>
                </a:lnTo>
                <a:cubicBezTo>
                  <a:pt x="6952784" y="4109333"/>
                  <a:pt x="6955629" y="4113295"/>
                  <a:pt x="6958474" y="4117156"/>
                </a:cubicBezTo>
                <a:cubicBezTo>
                  <a:pt x="6961319" y="4121017"/>
                  <a:pt x="6964062" y="4124675"/>
                  <a:pt x="6966703" y="4128129"/>
                </a:cubicBezTo>
                <a:lnTo>
                  <a:pt x="7064240" y="4252792"/>
                </a:lnTo>
                <a:lnTo>
                  <a:pt x="7090148" y="4252792"/>
                </a:lnTo>
                <a:lnTo>
                  <a:pt x="7090148" y="4083019"/>
                </a:lnTo>
                <a:cubicBezTo>
                  <a:pt x="7090148" y="4074687"/>
                  <a:pt x="7091011" y="4068744"/>
                  <a:pt x="7092739" y="4065188"/>
                </a:cubicBezTo>
                <a:cubicBezTo>
                  <a:pt x="7094465" y="4061632"/>
                  <a:pt x="7096955" y="4059346"/>
                  <a:pt x="7100206" y="4058330"/>
                </a:cubicBezTo>
                <a:cubicBezTo>
                  <a:pt x="7103457" y="4057314"/>
                  <a:pt x="7107318" y="4056704"/>
                  <a:pt x="7111789" y="4056501"/>
                </a:cubicBezTo>
                <a:lnTo>
                  <a:pt x="7111789" y="4036384"/>
                </a:lnTo>
                <a:lnTo>
                  <a:pt x="7042294" y="4036384"/>
                </a:lnTo>
                <a:lnTo>
                  <a:pt x="7042294" y="4059854"/>
                </a:lnTo>
                <a:cubicBezTo>
                  <a:pt x="7044529" y="4059651"/>
                  <a:pt x="7048085" y="4059498"/>
                  <a:pt x="7052962" y="4059397"/>
                </a:cubicBezTo>
                <a:cubicBezTo>
                  <a:pt x="7057839" y="4059295"/>
                  <a:pt x="7061903" y="4059143"/>
                  <a:pt x="7065154" y="4058939"/>
                </a:cubicBezTo>
                <a:cubicBezTo>
                  <a:pt x="7064951" y="4061581"/>
                  <a:pt x="7064747" y="4065442"/>
                  <a:pt x="7064544" y="4070522"/>
                </a:cubicBezTo>
                <a:cubicBezTo>
                  <a:pt x="7064342" y="4075602"/>
                  <a:pt x="7064240" y="4080885"/>
                  <a:pt x="7064240" y="4086371"/>
                </a:cubicBezTo>
                <a:lnTo>
                  <a:pt x="7064240" y="4182993"/>
                </a:lnTo>
                <a:lnTo>
                  <a:pt x="7063935" y="4182993"/>
                </a:lnTo>
                <a:cubicBezTo>
                  <a:pt x="7061496" y="4179539"/>
                  <a:pt x="7058601" y="4175475"/>
                  <a:pt x="7055248" y="4170801"/>
                </a:cubicBezTo>
                <a:cubicBezTo>
                  <a:pt x="7051895" y="4166127"/>
                  <a:pt x="7047679" y="4160539"/>
                  <a:pt x="7042599" y="4154037"/>
                </a:cubicBezTo>
                <a:lnTo>
                  <a:pt x="6949330" y="4036384"/>
                </a:lnTo>
                <a:close/>
                <a:moveTo>
                  <a:pt x="6454411" y="4036384"/>
                </a:moveTo>
                <a:lnTo>
                  <a:pt x="6454411" y="4059854"/>
                </a:lnTo>
                <a:cubicBezTo>
                  <a:pt x="6456646" y="4059651"/>
                  <a:pt x="6460202" y="4059498"/>
                  <a:pt x="6465079" y="4059397"/>
                </a:cubicBezTo>
                <a:cubicBezTo>
                  <a:pt x="6469956" y="4059295"/>
                  <a:pt x="6474019" y="4059143"/>
                  <a:pt x="6477271" y="4058939"/>
                </a:cubicBezTo>
                <a:cubicBezTo>
                  <a:pt x="6477068" y="4061581"/>
                  <a:pt x="6476814" y="4065442"/>
                  <a:pt x="6476509" y="4070522"/>
                </a:cubicBezTo>
                <a:cubicBezTo>
                  <a:pt x="6476204" y="4075602"/>
                  <a:pt x="6476052" y="4080885"/>
                  <a:pt x="6476052" y="4086371"/>
                </a:cubicBezTo>
                <a:lnTo>
                  <a:pt x="6476052" y="4203110"/>
                </a:lnTo>
                <a:cubicBezTo>
                  <a:pt x="6476052" y="4211238"/>
                  <a:pt x="6475189" y="4217131"/>
                  <a:pt x="6473461" y="4220788"/>
                </a:cubicBezTo>
                <a:cubicBezTo>
                  <a:pt x="6471734" y="4224446"/>
                  <a:pt x="6469295" y="4226783"/>
                  <a:pt x="6466146" y="4227799"/>
                </a:cubicBezTo>
                <a:cubicBezTo>
                  <a:pt x="6462996" y="4228815"/>
                  <a:pt x="6459085" y="4229424"/>
                  <a:pt x="6454411" y="4229627"/>
                </a:cubicBezTo>
                <a:lnTo>
                  <a:pt x="6454411" y="4249744"/>
                </a:lnTo>
                <a:lnTo>
                  <a:pt x="6615345" y="4249744"/>
                </a:lnTo>
                <a:lnTo>
                  <a:pt x="6616869" y="4182688"/>
                </a:lnTo>
                <a:lnTo>
                  <a:pt x="6597057" y="4182688"/>
                </a:lnTo>
                <a:cubicBezTo>
                  <a:pt x="6597057" y="4193661"/>
                  <a:pt x="6595228" y="4202348"/>
                  <a:pt x="6591571" y="4208749"/>
                </a:cubicBezTo>
                <a:cubicBezTo>
                  <a:pt x="6587914" y="4215149"/>
                  <a:pt x="6583240" y="4219721"/>
                  <a:pt x="6577550" y="4222465"/>
                </a:cubicBezTo>
                <a:cubicBezTo>
                  <a:pt x="6571861" y="4225208"/>
                  <a:pt x="6565968" y="4226579"/>
                  <a:pt x="6559872" y="4226579"/>
                </a:cubicBezTo>
                <a:lnTo>
                  <a:pt x="6519028" y="4226579"/>
                </a:lnTo>
                <a:cubicBezTo>
                  <a:pt x="6519435" y="4223938"/>
                  <a:pt x="6519740" y="4220179"/>
                  <a:pt x="6519943" y="4215302"/>
                </a:cubicBezTo>
                <a:cubicBezTo>
                  <a:pt x="6520146" y="4210425"/>
                  <a:pt x="6520248" y="4205243"/>
                  <a:pt x="6520248" y="4199757"/>
                </a:cubicBezTo>
                <a:lnTo>
                  <a:pt x="6520248" y="4149770"/>
                </a:lnTo>
                <a:lnTo>
                  <a:pt x="6528173" y="4149465"/>
                </a:lnTo>
                <a:cubicBezTo>
                  <a:pt x="6533659" y="4149262"/>
                  <a:pt x="6538688" y="4149668"/>
                  <a:pt x="6543260" y="4150684"/>
                </a:cubicBezTo>
                <a:cubicBezTo>
                  <a:pt x="6547832" y="4151700"/>
                  <a:pt x="6551439" y="4154088"/>
                  <a:pt x="6554081" y="4157847"/>
                </a:cubicBezTo>
                <a:cubicBezTo>
                  <a:pt x="6556723" y="4161606"/>
                  <a:pt x="6558043" y="4167753"/>
                  <a:pt x="6558043" y="4176287"/>
                </a:cubicBezTo>
                <a:lnTo>
                  <a:pt x="6578160" y="4176287"/>
                </a:lnTo>
                <a:lnTo>
                  <a:pt x="6578160" y="4102221"/>
                </a:lnTo>
                <a:lnTo>
                  <a:pt x="6554690" y="4102221"/>
                </a:lnTo>
                <a:lnTo>
                  <a:pt x="6555909" y="4128739"/>
                </a:lnTo>
                <a:lnTo>
                  <a:pt x="6520248" y="4128739"/>
                </a:lnTo>
                <a:lnTo>
                  <a:pt x="6520248" y="4083019"/>
                </a:lnTo>
                <a:cubicBezTo>
                  <a:pt x="6520248" y="4075094"/>
                  <a:pt x="6521061" y="4069252"/>
                  <a:pt x="6522686" y="4065493"/>
                </a:cubicBezTo>
                <a:cubicBezTo>
                  <a:pt x="6524312" y="4061733"/>
                  <a:pt x="6526649" y="4059295"/>
                  <a:pt x="6529697" y="4058177"/>
                </a:cubicBezTo>
                <a:cubicBezTo>
                  <a:pt x="6532744" y="4057060"/>
                  <a:pt x="6536402" y="4056501"/>
                  <a:pt x="6540669" y="4056501"/>
                </a:cubicBezTo>
                <a:lnTo>
                  <a:pt x="6551642" y="4056196"/>
                </a:lnTo>
                <a:cubicBezTo>
                  <a:pt x="6557128" y="4055993"/>
                  <a:pt x="6562716" y="4056857"/>
                  <a:pt x="6568406" y="4058787"/>
                </a:cubicBezTo>
                <a:cubicBezTo>
                  <a:pt x="6574096" y="4060717"/>
                  <a:pt x="6578871" y="4064527"/>
                  <a:pt x="6582732" y="4070217"/>
                </a:cubicBezTo>
                <a:cubicBezTo>
                  <a:pt x="6586592" y="4075907"/>
                  <a:pt x="6588523" y="4084339"/>
                  <a:pt x="6588523" y="4095515"/>
                </a:cubicBezTo>
                <a:lnTo>
                  <a:pt x="6608640" y="4095515"/>
                </a:lnTo>
                <a:lnTo>
                  <a:pt x="6606811" y="4036384"/>
                </a:lnTo>
                <a:close/>
                <a:moveTo>
                  <a:pt x="5568587" y="4036384"/>
                </a:moveTo>
                <a:lnTo>
                  <a:pt x="5568587" y="4059854"/>
                </a:lnTo>
                <a:cubicBezTo>
                  <a:pt x="5570821" y="4059651"/>
                  <a:pt x="5574377" y="4059498"/>
                  <a:pt x="5579254" y="4059397"/>
                </a:cubicBezTo>
                <a:cubicBezTo>
                  <a:pt x="5584132" y="4059295"/>
                  <a:pt x="5588195" y="4059143"/>
                  <a:pt x="5591446" y="4058939"/>
                </a:cubicBezTo>
                <a:cubicBezTo>
                  <a:pt x="5591243" y="4061581"/>
                  <a:pt x="5590989" y="4065442"/>
                  <a:pt x="5590685" y="4070522"/>
                </a:cubicBezTo>
                <a:cubicBezTo>
                  <a:pt x="5590380" y="4075602"/>
                  <a:pt x="5590227" y="4080885"/>
                  <a:pt x="5590227" y="4086371"/>
                </a:cubicBezTo>
                <a:lnTo>
                  <a:pt x="5590227" y="4203110"/>
                </a:lnTo>
                <a:cubicBezTo>
                  <a:pt x="5590227" y="4211238"/>
                  <a:pt x="5589363" y="4217131"/>
                  <a:pt x="5587637" y="4220788"/>
                </a:cubicBezTo>
                <a:cubicBezTo>
                  <a:pt x="5585909" y="4224446"/>
                  <a:pt x="5583471" y="4226783"/>
                  <a:pt x="5580321" y="4227799"/>
                </a:cubicBezTo>
                <a:cubicBezTo>
                  <a:pt x="5577171" y="4228815"/>
                  <a:pt x="5573260" y="4229424"/>
                  <a:pt x="5568587" y="4229627"/>
                </a:cubicBezTo>
                <a:lnTo>
                  <a:pt x="5568587" y="4249744"/>
                </a:lnTo>
                <a:lnTo>
                  <a:pt x="5729521" y="4249744"/>
                </a:lnTo>
                <a:lnTo>
                  <a:pt x="5731045" y="4182688"/>
                </a:lnTo>
                <a:lnTo>
                  <a:pt x="5711233" y="4182688"/>
                </a:lnTo>
                <a:cubicBezTo>
                  <a:pt x="5711233" y="4193661"/>
                  <a:pt x="5709404" y="4202348"/>
                  <a:pt x="5705747" y="4208749"/>
                </a:cubicBezTo>
                <a:cubicBezTo>
                  <a:pt x="5702089" y="4215149"/>
                  <a:pt x="5697415" y="4219721"/>
                  <a:pt x="5691726" y="4222465"/>
                </a:cubicBezTo>
                <a:cubicBezTo>
                  <a:pt x="5686036" y="4225208"/>
                  <a:pt x="5680143" y="4226579"/>
                  <a:pt x="5674047" y="4226579"/>
                </a:cubicBezTo>
                <a:lnTo>
                  <a:pt x="5633204" y="4226579"/>
                </a:lnTo>
                <a:cubicBezTo>
                  <a:pt x="5633611" y="4223938"/>
                  <a:pt x="5633915" y="4220179"/>
                  <a:pt x="5634118" y="4215302"/>
                </a:cubicBezTo>
                <a:cubicBezTo>
                  <a:pt x="5634321" y="4210425"/>
                  <a:pt x="5634424" y="4205243"/>
                  <a:pt x="5634424" y="4199757"/>
                </a:cubicBezTo>
                <a:lnTo>
                  <a:pt x="5634424" y="4149770"/>
                </a:lnTo>
                <a:lnTo>
                  <a:pt x="5642348" y="4149465"/>
                </a:lnTo>
                <a:cubicBezTo>
                  <a:pt x="5647835" y="4149262"/>
                  <a:pt x="5652864" y="4149668"/>
                  <a:pt x="5657435" y="4150684"/>
                </a:cubicBezTo>
                <a:cubicBezTo>
                  <a:pt x="5662008" y="4151700"/>
                  <a:pt x="5665614" y="4154088"/>
                  <a:pt x="5668256" y="4157847"/>
                </a:cubicBezTo>
                <a:cubicBezTo>
                  <a:pt x="5670898" y="4161606"/>
                  <a:pt x="5672219" y="4167753"/>
                  <a:pt x="5672219" y="4176287"/>
                </a:cubicBezTo>
                <a:lnTo>
                  <a:pt x="5692335" y="4176287"/>
                </a:lnTo>
                <a:lnTo>
                  <a:pt x="5692335" y="4102221"/>
                </a:lnTo>
                <a:lnTo>
                  <a:pt x="5668865" y="4102221"/>
                </a:lnTo>
                <a:lnTo>
                  <a:pt x="5670085" y="4128739"/>
                </a:lnTo>
                <a:lnTo>
                  <a:pt x="5634424" y="4128739"/>
                </a:lnTo>
                <a:lnTo>
                  <a:pt x="5634424" y="4083019"/>
                </a:lnTo>
                <a:cubicBezTo>
                  <a:pt x="5634424" y="4075094"/>
                  <a:pt x="5635237" y="4069252"/>
                  <a:pt x="5636862" y="4065493"/>
                </a:cubicBezTo>
                <a:cubicBezTo>
                  <a:pt x="5638487" y="4061733"/>
                  <a:pt x="5640824" y="4059295"/>
                  <a:pt x="5643872" y="4058177"/>
                </a:cubicBezTo>
                <a:cubicBezTo>
                  <a:pt x="5646920" y="4057060"/>
                  <a:pt x="5650577" y="4056501"/>
                  <a:pt x="5654845" y="4056501"/>
                </a:cubicBezTo>
                <a:lnTo>
                  <a:pt x="5665818" y="4056196"/>
                </a:lnTo>
                <a:cubicBezTo>
                  <a:pt x="5671304" y="4055993"/>
                  <a:pt x="5676892" y="4056857"/>
                  <a:pt x="5682581" y="4058787"/>
                </a:cubicBezTo>
                <a:cubicBezTo>
                  <a:pt x="5688271" y="4060717"/>
                  <a:pt x="5693046" y="4064527"/>
                  <a:pt x="5696908" y="4070217"/>
                </a:cubicBezTo>
                <a:cubicBezTo>
                  <a:pt x="5700768" y="4075907"/>
                  <a:pt x="5702699" y="4084339"/>
                  <a:pt x="5702699" y="4095515"/>
                </a:cubicBezTo>
                <a:lnTo>
                  <a:pt x="5722815" y="4095515"/>
                </a:lnTo>
                <a:lnTo>
                  <a:pt x="5720986" y="4036384"/>
                </a:lnTo>
                <a:close/>
                <a:moveTo>
                  <a:pt x="3370521" y="4036384"/>
                </a:moveTo>
                <a:lnTo>
                  <a:pt x="3370521" y="4059854"/>
                </a:lnTo>
                <a:cubicBezTo>
                  <a:pt x="3372757" y="4059651"/>
                  <a:pt x="3376313" y="4059498"/>
                  <a:pt x="3381189" y="4059397"/>
                </a:cubicBezTo>
                <a:cubicBezTo>
                  <a:pt x="3386066" y="4059295"/>
                  <a:pt x="3390130" y="4059143"/>
                  <a:pt x="3393381" y="4058939"/>
                </a:cubicBezTo>
                <a:cubicBezTo>
                  <a:pt x="3393178" y="4061581"/>
                  <a:pt x="3392924" y="4065442"/>
                  <a:pt x="3392619" y="4070522"/>
                </a:cubicBezTo>
                <a:cubicBezTo>
                  <a:pt x="3392314" y="4075602"/>
                  <a:pt x="3392162" y="4080885"/>
                  <a:pt x="3392162" y="4086371"/>
                </a:cubicBezTo>
                <a:lnTo>
                  <a:pt x="3392162" y="4160133"/>
                </a:lnTo>
                <a:cubicBezTo>
                  <a:pt x="3392162" y="4173138"/>
                  <a:pt x="3393534" y="4185330"/>
                  <a:pt x="3396277" y="4196709"/>
                </a:cubicBezTo>
                <a:cubicBezTo>
                  <a:pt x="3399020" y="4208088"/>
                  <a:pt x="3403693" y="4218147"/>
                  <a:pt x="3410298" y="4226884"/>
                </a:cubicBezTo>
                <a:cubicBezTo>
                  <a:pt x="3416902" y="4235622"/>
                  <a:pt x="3425893" y="4242429"/>
                  <a:pt x="3437272" y="4247306"/>
                </a:cubicBezTo>
                <a:cubicBezTo>
                  <a:pt x="3448652" y="4252183"/>
                  <a:pt x="3462876" y="4254621"/>
                  <a:pt x="3479945" y="4254621"/>
                </a:cubicBezTo>
                <a:cubicBezTo>
                  <a:pt x="3496201" y="4254621"/>
                  <a:pt x="3510780" y="4251522"/>
                  <a:pt x="3523683" y="4245325"/>
                </a:cubicBezTo>
                <a:cubicBezTo>
                  <a:pt x="3536587" y="4239127"/>
                  <a:pt x="3546746" y="4229069"/>
                  <a:pt x="3554163" y="4215149"/>
                </a:cubicBezTo>
                <a:cubicBezTo>
                  <a:pt x="3561580" y="4201230"/>
                  <a:pt x="3565289" y="4182587"/>
                  <a:pt x="3565289" y="4159219"/>
                </a:cubicBezTo>
                <a:lnTo>
                  <a:pt x="3565289" y="4083019"/>
                </a:lnTo>
                <a:cubicBezTo>
                  <a:pt x="3565289" y="4074687"/>
                  <a:pt x="3566152" y="4068744"/>
                  <a:pt x="3567879" y="4065188"/>
                </a:cubicBezTo>
                <a:cubicBezTo>
                  <a:pt x="3569606" y="4061632"/>
                  <a:pt x="3572096" y="4059346"/>
                  <a:pt x="3575347" y="4058330"/>
                </a:cubicBezTo>
                <a:cubicBezTo>
                  <a:pt x="3578598" y="4057314"/>
                  <a:pt x="3582459" y="4056704"/>
                  <a:pt x="3586929" y="4056501"/>
                </a:cubicBezTo>
                <a:lnTo>
                  <a:pt x="3586929" y="4036384"/>
                </a:lnTo>
                <a:lnTo>
                  <a:pt x="3516216" y="4036384"/>
                </a:lnTo>
                <a:lnTo>
                  <a:pt x="3516216" y="4059854"/>
                </a:lnTo>
                <a:cubicBezTo>
                  <a:pt x="3518451" y="4059651"/>
                  <a:pt x="3522058" y="4059498"/>
                  <a:pt x="3527036" y="4059397"/>
                </a:cubicBezTo>
                <a:cubicBezTo>
                  <a:pt x="3532014" y="4059295"/>
                  <a:pt x="3536129" y="4059143"/>
                  <a:pt x="3539380" y="4058939"/>
                </a:cubicBezTo>
                <a:cubicBezTo>
                  <a:pt x="3538974" y="4061581"/>
                  <a:pt x="3538669" y="4065442"/>
                  <a:pt x="3538466" y="4070522"/>
                </a:cubicBezTo>
                <a:cubicBezTo>
                  <a:pt x="3538263" y="4075602"/>
                  <a:pt x="3538161" y="4080885"/>
                  <a:pt x="3538161" y="4086371"/>
                </a:cubicBezTo>
                <a:lnTo>
                  <a:pt x="3538161" y="4166229"/>
                </a:lnTo>
                <a:cubicBezTo>
                  <a:pt x="3538161" y="4188784"/>
                  <a:pt x="3533488" y="4205447"/>
                  <a:pt x="3524141" y="4216216"/>
                </a:cubicBezTo>
                <a:cubicBezTo>
                  <a:pt x="3514793" y="4226986"/>
                  <a:pt x="3501687" y="4232066"/>
                  <a:pt x="3484821" y="4231456"/>
                </a:cubicBezTo>
                <a:cubicBezTo>
                  <a:pt x="3476693" y="4231050"/>
                  <a:pt x="3468921" y="4229018"/>
                  <a:pt x="3461504" y="4225360"/>
                </a:cubicBezTo>
                <a:cubicBezTo>
                  <a:pt x="3454087" y="4221703"/>
                  <a:pt x="3448042" y="4215251"/>
                  <a:pt x="3443368" y="4206005"/>
                </a:cubicBezTo>
                <a:cubicBezTo>
                  <a:pt x="3438695" y="4196760"/>
                  <a:pt x="3436358" y="4183704"/>
                  <a:pt x="3436358" y="4166839"/>
                </a:cubicBezTo>
                <a:lnTo>
                  <a:pt x="3436358" y="4083019"/>
                </a:lnTo>
                <a:cubicBezTo>
                  <a:pt x="3436358" y="4074687"/>
                  <a:pt x="3437222" y="4068744"/>
                  <a:pt x="3438949" y="4065188"/>
                </a:cubicBezTo>
                <a:cubicBezTo>
                  <a:pt x="3440676" y="4061632"/>
                  <a:pt x="3443165" y="4059346"/>
                  <a:pt x="3446417" y="4058330"/>
                </a:cubicBezTo>
                <a:cubicBezTo>
                  <a:pt x="3449668" y="4057314"/>
                  <a:pt x="3453529" y="4056704"/>
                  <a:pt x="3457999" y="4056501"/>
                </a:cubicBezTo>
                <a:lnTo>
                  <a:pt x="3457999" y="4036384"/>
                </a:lnTo>
                <a:close/>
                <a:moveTo>
                  <a:pt x="1597347" y="4036384"/>
                </a:moveTo>
                <a:lnTo>
                  <a:pt x="1595823" y="4105269"/>
                </a:lnTo>
                <a:lnTo>
                  <a:pt x="1615940" y="4105269"/>
                </a:lnTo>
                <a:cubicBezTo>
                  <a:pt x="1615940" y="4088810"/>
                  <a:pt x="1619293" y="4076719"/>
                  <a:pt x="1625998" y="4068998"/>
                </a:cubicBezTo>
                <a:cubicBezTo>
                  <a:pt x="1632704" y="4061276"/>
                  <a:pt x="1641848" y="4057314"/>
                  <a:pt x="1653430" y="4057111"/>
                </a:cubicBezTo>
                <a:lnTo>
                  <a:pt x="1667451" y="4057111"/>
                </a:lnTo>
                <a:lnTo>
                  <a:pt x="1667451" y="4203110"/>
                </a:lnTo>
                <a:cubicBezTo>
                  <a:pt x="1667451" y="4211238"/>
                  <a:pt x="1666587" y="4217131"/>
                  <a:pt x="1664860" y="4220788"/>
                </a:cubicBezTo>
                <a:cubicBezTo>
                  <a:pt x="1663133" y="4224446"/>
                  <a:pt x="1660695" y="4226783"/>
                  <a:pt x="1657545" y="4227799"/>
                </a:cubicBezTo>
                <a:cubicBezTo>
                  <a:pt x="1654396" y="4228815"/>
                  <a:pt x="1650484" y="4229424"/>
                  <a:pt x="1645810" y="4229627"/>
                </a:cubicBezTo>
                <a:lnTo>
                  <a:pt x="1645810" y="4249744"/>
                </a:lnTo>
                <a:lnTo>
                  <a:pt x="1734812" y="4249744"/>
                </a:lnTo>
                <a:lnTo>
                  <a:pt x="1734812" y="4226275"/>
                </a:lnTo>
                <a:cubicBezTo>
                  <a:pt x="1732780" y="4226275"/>
                  <a:pt x="1729071" y="4226325"/>
                  <a:pt x="1723687" y="4226427"/>
                </a:cubicBezTo>
                <a:cubicBezTo>
                  <a:pt x="1718302" y="4226529"/>
                  <a:pt x="1713882" y="4226783"/>
                  <a:pt x="1710428" y="4227189"/>
                </a:cubicBezTo>
                <a:cubicBezTo>
                  <a:pt x="1710834" y="4224547"/>
                  <a:pt x="1711139" y="4220687"/>
                  <a:pt x="1711342" y="4215607"/>
                </a:cubicBezTo>
                <a:cubicBezTo>
                  <a:pt x="1711546" y="4210527"/>
                  <a:pt x="1711647" y="4205243"/>
                  <a:pt x="1711647" y="4199757"/>
                </a:cubicBezTo>
                <a:lnTo>
                  <a:pt x="1711647" y="4056806"/>
                </a:lnTo>
                <a:lnTo>
                  <a:pt x="1726278" y="4056806"/>
                </a:lnTo>
                <a:cubicBezTo>
                  <a:pt x="1737860" y="4056603"/>
                  <a:pt x="1747004" y="4060514"/>
                  <a:pt x="1753709" y="4068541"/>
                </a:cubicBezTo>
                <a:cubicBezTo>
                  <a:pt x="1760415" y="4076567"/>
                  <a:pt x="1763768" y="4088810"/>
                  <a:pt x="1763768" y="4105269"/>
                </a:cubicBezTo>
                <a:lnTo>
                  <a:pt x="1783885" y="4105269"/>
                </a:lnTo>
                <a:lnTo>
                  <a:pt x="1782056" y="4036384"/>
                </a:lnTo>
                <a:close/>
                <a:moveTo>
                  <a:pt x="5188424" y="4035775"/>
                </a:moveTo>
                <a:cubicBezTo>
                  <a:pt x="5173997" y="4035978"/>
                  <a:pt x="5159570" y="4036079"/>
                  <a:pt x="5145143" y="4036079"/>
                </a:cubicBezTo>
                <a:cubicBezTo>
                  <a:pt x="5130716" y="4036079"/>
                  <a:pt x="5116288" y="4036181"/>
                  <a:pt x="5101861" y="4036384"/>
                </a:cubicBezTo>
                <a:lnTo>
                  <a:pt x="5101861" y="4059854"/>
                </a:lnTo>
                <a:cubicBezTo>
                  <a:pt x="5104097" y="4059651"/>
                  <a:pt x="5107652" y="4059498"/>
                  <a:pt x="5112529" y="4059397"/>
                </a:cubicBezTo>
                <a:cubicBezTo>
                  <a:pt x="5117406" y="4059295"/>
                  <a:pt x="5121470" y="4059143"/>
                  <a:pt x="5124721" y="4058939"/>
                </a:cubicBezTo>
                <a:cubicBezTo>
                  <a:pt x="5124518" y="4061581"/>
                  <a:pt x="5124264" y="4065442"/>
                  <a:pt x="5123959" y="4070522"/>
                </a:cubicBezTo>
                <a:cubicBezTo>
                  <a:pt x="5123654" y="4075602"/>
                  <a:pt x="5123502" y="4080885"/>
                  <a:pt x="5123502" y="4086371"/>
                </a:cubicBezTo>
                <a:lnTo>
                  <a:pt x="5123502" y="4203110"/>
                </a:lnTo>
                <a:cubicBezTo>
                  <a:pt x="5123502" y="4211238"/>
                  <a:pt x="5122638" y="4217131"/>
                  <a:pt x="5120911" y="4220788"/>
                </a:cubicBezTo>
                <a:cubicBezTo>
                  <a:pt x="5119184" y="4224446"/>
                  <a:pt x="5116746" y="4226783"/>
                  <a:pt x="5113596" y="4227799"/>
                </a:cubicBezTo>
                <a:cubicBezTo>
                  <a:pt x="5110446" y="4228815"/>
                  <a:pt x="5106535" y="4229424"/>
                  <a:pt x="5101861" y="4229627"/>
                </a:cubicBezTo>
                <a:lnTo>
                  <a:pt x="5101861" y="4249744"/>
                </a:lnTo>
                <a:lnTo>
                  <a:pt x="5192387" y="4249744"/>
                </a:lnTo>
                <a:lnTo>
                  <a:pt x="5192387" y="4226275"/>
                </a:lnTo>
                <a:cubicBezTo>
                  <a:pt x="5190964" y="4226275"/>
                  <a:pt x="5188577" y="4226325"/>
                  <a:pt x="5185224" y="4226427"/>
                </a:cubicBezTo>
                <a:cubicBezTo>
                  <a:pt x="5181871" y="4226529"/>
                  <a:pt x="5178468" y="4226630"/>
                  <a:pt x="5175014" y="4226732"/>
                </a:cubicBezTo>
                <a:cubicBezTo>
                  <a:pt x="5171560" y="4226833"/>
                  <a:pt x="5168714" y="4226986"/>
                  <a:pt x="5166480" y="4227189"/>
                </a:cubicBezTo>
                <a:cubicBezTo>
                  <a:pt x="5166885" y="4224547"/>
                  <a:pt x="5167190" y="4220687"/>
                  <a:pt x="5167394" y="4215607"/>
                </a:cubicBezTo>
                <a:cubicBezTo>
                  <a:pt x="5167596" y="4210527"/>
                  <a:pt x="5167698" y="4205142"/>
                  <a:pt x="5167698" y="4199452"/>
                </a:cubicBezTo>
                <a:lnTo>
                  <a:pt x="5167698" y="4166839"/>
                </a:lnTo>
                <a:lnTo>
                  <a:pt x="5183548" y="4166839"/>
                </a:lnTo>
                <a:cubicBezTo>
                  <a:pt x="5187002" y="4170496"/>
                  <a:pt x="5191269" y="4176389"/>
                  <a:pt x="5196349" y="4184517"/>
                </a:cubicBezTo>
                <a:lnTo>
                  <a:pt x="5218905" y="4221093"/>
                </a:lnTo>
                <a:cubicBezTo>
                  <a:pt x="5222968" y="4227595"/>
                  <a:pt x="5226779" y="4233336"/>
                  <a:pt x="5230335" y="4238314"/>
                </a:cubicBezTo>
                <a:cubicBezTo>
                  <a:pt x="5233890" y="4243293"/>
                  <a:pt x="5237497" y="4247103"/>
                  <a:pt x="5241155" y="4249744"/>
                </a:cubicBezTo>
                <a:lnTo>
                  <a:pt x="5291447" y="4249744"/>
                </a:lnTo>
                <a:lnTo>
                  <a:pt x="5291447" y="4229627"/>
                </a:lnTo>
                <a:cubicBezTo>
                  <a:pt x="5284538" y="4229221"/>
                  <a:pt x="5278798" y="4226935"/>
                  <a:pt x="5274226" y="4222769"/>
                </a:cubicBezTo>
                <a:cubicBezTo>
                  <a:pt x="5269654" y="4218604"/>
                  <a:pt x="5264015" y="4211339"/>
                  <a:pt x="5257310" y="4200976"/>
                </a:cubicBezTo>
                <a:lnTo>
                  <a:pt x="5242983" y="4179640"/>
                </a:lnTo>
                <a:cubicBezTo>
                  <a:pt x="5240342" y="4175576"/>
                  <a:pt x="5237141" y="4171715"/>
                  <a:pt x="5233382" y="4168058"/>
                </a:cubicBezTo>
                <a:cubicBezTo>
                  <a:pt x="5229623" y="4164400"/>
                  <a:pt x="5225814" y="4161759"/>
                  <a:pt x="5221953" y="4160133"/>
                </a:cubicBezTo>
                <a:cubicBezTo>
                  <a:pt x="5239835" y="4155053"/>
                  <a:pt x="5253144" y="4147230"/>
                  <a:pt x="5261881" y="4136663"/>
                </a:cubicBezTo>
                <a:cubicBezTo>
                  <a:pt x="5270619" y="4126097"/>
                  <a:pt x="5275191" y="4114311"/>
                  <a:pt x="5275597" y="4101307"/>
                </a:cubicBezTo>
                <a:cubicBezTo>
                  <a:pt x="5276004" y="4085051"/>
                  <a:pt x="5272651" y="4072147"/>
                  <a:pt x="5265539" y="4062597"/>
                </a:cubicBezTo>
                <a:cubicBezTo>
                  <a:pt x="5258427" y="4053047"/>
                  <a:pt x="5248267" y="4046138"/>
                  <a:pt x="5235059" y="4041871"/>
                </a:cubicBezTo>
                <a:cubicBezTo>
                  <a:pt x="5221851" y="4037603"/>
                  <a:pt x="5206306" y="4035571"/>
                  <a:pt x="5188424" y="4035775"/>
                </a:cubicBezTo>
                <a:close/>
                <a:moveTo>
                  <a:pt x="4740750" y="4035775"/>
                </a:moveTo>
                <a:cubicBezTo>
                  <a:pt x="4726323" y="4035978"/>
                  <a:pt x="4711895" y="4036079"/>
                  <a:pt x="4697468" y="4036079"/>
                </a:cubicBezTo>
                <a:cubicBezTo>
                  <a:pt x="4683041" y="4036079"/>
                  <a:pt x="4668613" y="4036181"/>
                  <a:pt x="4654187" y="4036384"/>
                </a:cubicBezTo>
                <a:lnTo>
                  <a:pt x="4654187" y="4059854"/>
                </a:lnTo>
                <a:cubicBezTo>
                  <a:pt x="4656421" y="4059651"/>
                  <a:pt x="4659977" y="4059498"/>
                  <a:pt x="4664854" y="4059397"/>
                </a:cubicBezTo>
                <a:cubicBezTo>
                  <a:pt x="4669731" y="4059295"/>
                  <a:pt x="4673795" y="4059143"/>
                  <a:pt x="4677046" y="4058939"/>
                </a:cubicBezTo>
                <a:cubicBezTo>
                  <a:pt x="4676843" y="4061581"/>
                  <a:pt x="4676589" y="4065442"/>
                  <a:pt x="4676285" y="4070522"/>
                </a:cubicBezTo>
                <a:cubicBezTo>
                  <a:pt x="4675980" y="4075602"/>
                  <a:pt x="4675827" y="4080885"/>
                  <a:pt x="4675827" y="4086371"/>
                </a:cubicBezTo>
                <a:lnTo>
                  <a:pt x="4675827" y="4203110"/>
                </a:lnTo>
                <a:cubicBezTo>
                  <a:pt x="4675827" y="4211238"/>
                  <a:pt x="4674963" y="4217131"/>
                  <a:pt x="4673236" y="4220788"/>
                </a:cubicBezTo>
                <a:cubicBezTo>
                  <a:pt x="4671509" y="4224446"/>
                  <a:pt x="4669071" y="4226783"/>
                  <a:pt x="4665921" y="4227799"/>
                </a:cubicBezTo>
                <a:cubicBezTo>
                  <a:pt x="4662771" y="4228815"/>
                  <a:pt x="4658860" y="4229424"/>
                  <a:pt x="4654187" y="4229627"/>
                </a:cubicBezTo>
                <a:lnTo>
                  <a:pt x="4654187" y="4249744"/>
                </a:lnTo>
                <a:lnTo>
                  <a:pt x="4744712" y="4249744"/>
                </a:lnTo>
                <a:lnTo>
                  <a:pt x="4744712" y="4226275"/>
                </a:lnTo>
                <a:cubicBezTo>
                  <a:pt x="4743290" y="4226275"/>
                  <a:pt x="4740902" y="4226325"/>
                  <a:pt x="4737549" y="4226427"/>
                </a:cubicBezTo>
                <a:cubicBezTo>
                  <a:pt x="4734196" y="4226529"/>
                  <a:pt x="4730793" y="4226630"/>
                  <a:pt x="4727338" y="4226732"/>
                </a:cubicBezTo>
                <a:cubicBezTo>
                  <a:pt x="4723884" y="4226833"/>
                  <a:pt x="4721039" y="4226986"/>
                  <a:pt x="4718804" y="4227189"/>
                </a:cubicBezTo>
                <a:cubicBezTo>
                  <a:pt x="4719210" y="4224547"/>
                  <a:pt x="4719516" y="4220687"/>
                  <a:pt x="4719719" y="4215607"/>
                </a:cubicBezTo>
                <a:cubicBezTo>
                  <a:pt x="4719921" y="4210527"/>
                  <a:pt x="4720023" y="4205142"/>
                  <a:pt x="4720023" y="4199452"/>
                </a:cubicBezTo>
                <a:lnTo>
                  <a:pt x="4720023" y="4172630"/>
                </a:lnTo>
                <a:cubicBezTo>
                  <a:pt x="4726323" y="4172833"/>
                  <a:pt x="4733637" y="4172833"/>
                  <a:pt x="4741969" y="4172630"/>
                </a:cubicBezTo>
                <a:cubicBezTo>
                  <a:pt x="4761272" y="4172020"/>
                  <a:pt x="4777275" y="4168363"/>
                  <a:pt x="4789975" y="4161657"/>
                </a:cubicBezTo>
                <a:cubicBezTo>
                  <a:pt x="4802675" y="4154951"/>
                  <a:pt x="4812226" y="4146519"/>
                  <a:pt x="4818626" y="4136359"/>
                </a:cubicBezTo>
                <a:cubicBezTo>
                  <a:pt x="4825027" y="4126199"/>
                  <a:pt x="4828329" y="4115734"/>
                  <a:pt x="4828532" y="4104964"/>
                </a:cubicBezTo>
                <a:cubicBezTo>
                  <a:pt x="4828938" y="4088708"/>
                  <a:pt x="4825535" y="4075500"/>
                  <a:pt x="4818321" y="4065340"/>
                </a:cubicBezTo>
                <a:cubicBezTo>
                  <a:pt x="4811107" y="4055180"/>
                  <a:pt x="4800846" y="4047662"/>
                  <a:pt x="4787536" y="4042785"/>
                </a:cubicBezTo>
                <a:cubicBezTo>
                  <a:pt x="4774227" y="4037908"/>
                  <a:pt x="4758631" y="4035571"/>
                  <a:pt x="4740750" y="4035775"/>
                </a:cubicBezTo>
                <a:close/>
                <a:moveTo>
                  <a:pt x="3950175" y="4035775"/>
                </a:moveTo>
                <a:cubicBezTo>
                  <a:pt x="3935747" y="4035978"/>
                  <a:pt x="3921320" y="4036079"/>
                  <a:pt x="3906893" y="4036079"/>
                </a:cubicBezTo>
                <a:cubicBezTo>
                  <a:pt x="3892466" y="4036079"/>
                  <a:pt x="3878039" y="4036181"/>
                  <a:pt x="3863611" y="4036384"/>
                </a:cubicBezTo>
                <a:lnTo>
                  <a:pt x="3863611" y="4059854"/>
                </a:lnTo>
                <a:cubicBezTo>
                  <a:pt x="3865847" y="4059651"/>
                  <a:pt x="3869403" y="4059498"/>
                  <a:pt x="3874280" y="4059397"/>
                </a:cubicBezTo>
                <a:cubicBezTo>
                  <a:pt x="3879156" y="4059295"/>
                  <a:pt x="3883220" y="4059143"/>
                  <a:pt x="3886472" y="4058939"/>
                </a:cubicBezTo>
                <a:cubicBezTo>
                  <a:pt x="3886268" y="4061581"/>
                  <a:pt x="3886014" y="4065442"/>
                  <a:pt x="3885709" y="4070522"/>
                </a:cubicBezTo>
                <a:cubicBezTo>
                  <a:pt x="3885405" y="4075602"/>
                  <a:pt x="3885252" y="4080885"/>
                  <a:pt x="3885252" y="4086371"/>
                </a:cubicBezTo>
                <a:lnTo>
                  <a:pt x="3885252" y="4203110"/>
                </a:lnTo>
                <a:cubicBezTo>
                  <a:pt x="3885252" y="4211238"/>
                  <a:pt x="3884389" y="4217131"/>
                  <a:pt x="3882662" y="4220788"/>
                </a:cubicBezTo>
                <a:cubicBezTo>
                  <a:pt x="3880934" y="4224446"/>
                  <a:pt x="3878496" y="4226783"/>
                  <a:pt x="3875346" y="4227799"/>
                </a:cubicBezTo>
                <a:cubicBezTo>
                  <a:pt x="3872196" y="4228815"/>
                  <a:pt x="3868285" y="4229424"/>
                  <a:pt x="3863611" y="4229627"/>
                </a:cubicBezTo>
                <a:lnTo>
                  <a:pt x="3863611" y="4249744"/>
                </a:lnTo>
                <a:lnTo>
                  <a:pt x="3954137" y="4249744"/>
                </a:lnTo>
                <a:lnTo>
                  <a:pt x="3954137" y="4226275"/>
                </a:lnTo>
                <a:cubicBezTo>
                  <a:pt x="3952715" y="4226275"/>
                  <a:pt x="3950327" y="4226325"/>
                  <a:pt x="3946974" y="4226427"/>
                </a:cubicBezTo>
                <a:cubicBezTo>
                  <a:pt x="3943621" y="4226529"/>
                  <a:pt x="3940218" y="4226630"/>
                  <a:pt x="3936764" y="4226732"/>
                </a:cubicBezTo>
                <a:cubicBezTo>
                  <a:pt x="3933309" y="4226833"/>
                  <a:pt x="3930464" y="4226986"/>
                  <a:pt x="3928229" y="4227189"/>
                </a:cubicBezTo>
                <a:cubicBezTo>
                  <a:pt x="3928636" y="4224547"/>
                  <a:pt x="3928940" y="4220687"/>
                  <a:pt x="3929144" y="4215607"/>
                </a:cubicBezTo>
                <a:cubicBezTo>
                  <a:pt x="3929347" y="4210527"/>
                  <a:pt x="3929448" y="4205142"/>
                  <a:pt x="3929448" y="4199452"/>
                </a:cubicBezTo>
                <a:lnTo>
                  <a:pt x="3929448" y="4166839"/>
                </a:lnTo>
                <a:lnTo>
                  <a:pt x="3945298" y="4166839"/>
                </a:lnTo>
                <a:cubicBezTo>
                  <a:pt x="3948752" y="4170496"/>
                  <a:pt x="3953019" y="4176389"/>
                  <a:pt x="3958099" y="4184517"/>
                </a:cubicBezTo>
                <a:lnTo>
                  <a:pt x="3980655" y="4221093"/>
                </a:lnTo>
                <a:cubicBezTo>
                  <a:pt x="3984719" y="4227595"/>
                  <a:pt x="3988529" y="4233336"/>
                  <a:pt x="3992085" y="4238314"/>
                </a:cubicBezTo>
                <a:cubicBezTo>
                  <a:pt x="3995641" y="4243293"/>
                  <a:pt x="3999247" y="4247103"/>
                  <a:pt x="4002905" y="4249744"/>
                </a:cubicBezTo>
                <a:lnTo>
                  <a:pt x="4053197" y="4249744"/>
                </a:lnTo>
                <a:lnTo>
                  <a:pt x="4053197" y="4229627"/>
                </a:lnTo>
                <a:cubicBezTo>
                  <a:pt x="4046289" y="4229221"/>
                  <a:pt x="4040548" y="4226935"/>
                  <a:pt x="4035976" y="4222769"/>
                </a:cubicBezTo>
                <a:cubicBezTo>
                  <a:pt x="4031404" y="4218604"/>
                  <a:pt x="4025765" y="4211339"/>
                  <a:pt x="4019060" y="4200976"/>
                </a:cubicBezTo>
                <a:lnTo>
                  <a:pt x="4004734" y="4179640"/>
                </a:lnTo>
                <a:cubicBezTo>
                  <a:pt x="4002092" y="4175576"/>
                  <a:pt x="3998892" y="4171715"/>
                  <a:pt x="3995133" y="4168058"/>
                </a:cubicBezTo>
                <a:cubicBezTo>
                  <a:pt x="3991373" y="4164400"/>
                  <a:pt x="3987564" y="4161759"/>
                  <a:pt x="3983703" y="4160133"/>
                </a:cubicBezTo>
                <a:cubicBezTo>
                  <a:pt x="4001584" y="4155053"/>
                  <a:pt x="4014894" y="4147230"/>
                  <a:pt x="4023631" y="4136663"/>
                </a:cubicBezTo>
                <a:cubicBezTo>
                  <a:pt x="4032369" y="4126097"/>
                  <a:pt x="4036941" y="4114311"/>
                  <a:pt x="4037347" y="4101307"/>
                </a:cubicBezTo>
                <a:cubicBezTo>
                  <a:pt x="4037754" y="4085051"/>
                  <a:pt x="4034401" y="4072147"/>
                  <a:pt x="4027289" y="4062597"/>
                </a:cubicBezTo>
                <a:cubicBezTo>
                  <a:pt x="4020177" y="4053047"/>
                  <a:pt x="4010017" y="4046138"/>
                  <a:pt x="3996809" y="4041871"/>
                </a:cubicBezTo>
                <a:cubicBezTo>
                  <a:pt x="3983601" y="4037603"/>
                  <a:pt x="3968056" y="4035571"/>
                  <a:pt x="3950175" y="4035775"/>
                </a:cubicBezTo>
                <a:close/>
                <a:moveTo>
                  <a:pt x="9242874" y="4031507"/>
                </a:moveTo>
                <a:cubicBezTo>
                  <a:pt x="9224788" y="4031507"/>
                  <a:pt x="9209040" y="4034860"/>
                  <a:pt x="9195630" y="4041566"/>
                </a:cubicBezTo>
                <a:cubicBezTo>
                  <a:pt x="9182218" y="4048271"/>
                  <a:pt x="9171093" y="4057111"/>
                  <a:pt x="9162254" y="4068083"/>
                </a:cubicBezTo>
                <a:cubicBezTo>
                  <a:pt x="9153415" y="4079056"/>
                  <a:pt x="9146810" y="4091096"/>
                  <a:pt x="9142442" y="4104202"/>
                </a:cubicBezTo>
                <a:cubicBezTo>
                  <a:pt x="9138073" y="4117309"/>
                  <a:pt x="9135888" y="4130263"/>
                  <a:pt x="9135888" y="4143064"/>
                </a:cubicBezTo>
                <a:cubicBezTo>
                  <a:pt x="9135888" y="4156272"/>
                  <a:pt x="9137820" y="4169480"/>
                  <a:pt x="9141680" y="4182688"/>
                </a:cubicBezTo>
                <a:cubicBezTo>
                  <a:pt x="9145540" y="4195896"/>
                  <a:pt x="9151636" y="4207936"/>
                  <a:pt x="9159968" y="4218807"/>
                </a:cubicBezTo>
                <a:cubicBezTo>
                  <a:pt x="9168300" y="4229678"/>
                  <a:pt x="9179221" y="4238365"/>
                  <a:pt x="9192734" y="4244867"/>
                </a:cubicBezTo>
                <a:cubicBezTo>
                  <a:pt x="9206247" y="4251370"/>
                  <a:pt x="9222655" y="4254621"/>
                  <a:pt x="9241959" y="4254621"/>
                </a:cubicBezTo>
                <a:cubicBezTo>
                  <a:pt x="9260044" y="4254621"/>
                  <a:pt x="9275792" y="4251217"/>
                  <a:pt x="9289203" y="4244410"/>
                </a:cubicBezTo>
                <a:cubicBezTo>
                  <a:pt x="9302614" y="4237603"/>
                  <a:pt x="9313740" y="4228662"/>
                  <a:pt x="9322578" y="4217588"/>
                </a:cubicBezTo>
                <a:cubicBezTo>
                  <a:pt x="9331418" y="4206513"/>
                  <a:pt x="9338022" y="4194474"/>
                  <a:pt x="9342390" y="4181469"/>
                </a:cubicBezTo>
                <a:cubicBezTo>
                  <a:pt x="9346760" y="4168464"/>
                  <a:pt x="9348944" y="4155663"/>
                  <a:pt x="9348944" y="4143064"/>
                </a:cubicBezTo>
                <a:cubicBezTo>
                  <a:pt x="9348944" y="4130263"/>
                  <a:pt x="9346860" y="4117359"/>
                  <a:pt x="9342696" y="4104355"/>
                </a:cubicBezTo>
                <a:cubicBezTo>
                  <a:pt x="9338530" y="4091350"/>
                  <a:pt x="9332180" y="4079310"/>
                  <a:pt x="9323646" y="4068236"/>
                </a:cubicBezTo>
                <a:cubicBezTo>
                  <a:pt x="9315111" y="4057161"/>
                  <a:pt x="9304138" y="4048271"/>
                  <a:pt x="9290727" y="4041566"/>
                </a:cubicBezTo>
                <a:cubicBezTo>
                  <a:pt x="9277316" y="4034860"/>
                  <a:pt x="9261365" y="4031507"/>
                  <a:pt x="9242874" y="4031507"/>
                </a:cubicBezTo>
                <a:close/>
                <a:moveTo>
                  <a:pt x="6085451" y="4031507"/>
                </a:moveTo>
                <a:cubicBezTo>
                  <a:pt x="6072040" y="4031507"/>
                  <a:pt x="6060762" y="4033336"/>
                  <a:pt x="6051618" y="4036994"/>
                </a:cubicBezTo>
                <a:cubicBezTo>
                  <a:pt x="6042474" y="4040651"/>
                  <a:pt x="6035159" y="4045376"/>
                  <a:pt x="6029672" y="4051167"/>
                </a:cubicBezTo>
                <a:cubicBezTo>
                  <a:pt x="6024186" y="4056958"/>
                  <a:pt x="6020224" y="4063257"/>
                  <a:pt x="6017785" y="4070065"/>
                </a:cubicBezTo>
                <a:cubicBezTo>
                  <a:pt x="6015347" y="4076872"/>
                  <a:pt x="6014128" y="4083425"/>
                  <a:pt x="6014128" y="4089724"/>
                </a:cubicBezTo>
                <a:cubicBezTo>
                  <a:pt x="6014128" y="4102932"/>
                  <a:pt x="6017176" y="4114159"/>
                  <a:pt x="6023272" y="4123405"/>
                </a:cubicBezTo>
                <a:cubicBezTo>
                  <a:pt x="6029368" y="4132650"/>
                  <a:pt x="6037648" y="4140575"/>
                  <a:pt x="6048113" y="4147179"/>
                </a:cubicBezTo>
                <a:cubicBezTo>
                  <a:pt x="6058578" y="4153783"/>
                  <a:pt x="6070312" y="4159727"/>
                  <a:pt x="6083317" y="4165010"/>
                </a:cubicBezTo>
                <a:cubicBezTo>
                  <a:pt x="6091039" y="4168058"/>
                  <a:pt x="6098608" y="4171207"/>
                  <a:pt x="6106025" y="4174459"/>
                </a:cubicBezTo>
                <a:cubicBezTo>
                  <a:pt x="6113441" y="4177710"/>
                  <a:pt x="6119639" y="4181672"/>
                  <a:pt x="6124618" y="4186346"/>
                </a:cubicBezTo>
                <a:cubicBezTo>
                  <a:pt x="6129596" y="4191019"/>
                  <a:pt x="6132085" y="4196912"/>
                  <a:pt x="6132085" y="4204024"/>
                </a:cubicBezTo>
                <a:cubicBezTo>
                  <a:pt x="6132085" y="4211746"/>
                  <a:pt x="6128682" y="4218451"/>
                  <a:pt x="6121874" y="4224141"/>
                </a:cubicBezTo>
                <a:cubicBezTo>
                  <a:pt x="6115068" y="4229831"/>
                  <a:pt x="6106279" y="4232675"/>
                  <a:pt x="6095509" y="4232675"/>
                </a:cubicBezTo>
                <a:cubicBezTo>
                  <a:pt x="6081285" y="4232675"/>
                  <a:pt x="6069043" y="4228357"/>
                  <a:pt x="6058781" y="4219721"/>
                </a:cubicBezTo>
                <a:cubicBezTo>
                  <a:pt x="6048519" y="4211085"/>
                  <a:pt x="6041966" y="4198233"/>
                  <a:pt x="6039121" y="4181164"/>
                </a:cubicBezTo>
                <a:lnTo>
                  <a:pt x="6019005" y="4181164"/>
                </a:lnTo>
                <a:lnTo>
                  <a:pt x="6019005" y="4252487"/>
                </a:lnTo>
                <a:lnTo>
                  <a:pt x="6042474" y="4252487"/>
                </a:lnTo>
                <a:lnTo>
                  <a:pt x="6041560" y="4239686"/>
                </a:lnTo>
                <a:cubicBezTo>
                  <a:pt x="6049891" y="4244563"/>
                  <a:pt x="6058781" y="4248271"/>
                  <a:pt x="6068230" y="4250811"/>
                </a:cubicBezTo>
                <a:cubicBezTo>
                  <a:pt x="6077679" y="4253351"/>
                  <a:pt x="6086467" y="4254621"/>
                  <a:pt x="6094595" y="4254621"/>
                </a:cubicBezTo>
                <a:cubicBezTo>
                  <a:pt x="6110241" y="4254621"/>
                  <a:pt x="6123907" y="4252030"/>
                  <a:pt x="6135590" y="4246849"/>
                </a:cubicBezTo>
                <a:cubicBezTo>
                  <a:pt x="6147274" y="4241667"/>
                  <a:pt x="6156368" y="4234403"/>
                  <a:pt x="6162870" y="4225055"/>
                </a:cubicBezTo>
                <a:cubicBezTo>
                  <a:pt x="6169372" y="4215708"/>
                  <a:pt x="6172624" y="4205040"/>
                  <a:pt x="6172624" y="4193051"/>
                </a:cubicBezTo>
                <a:cubicBezTo>
                  <a:pt x="6172624" y="4183095"/>
                  <a:pt x="6170490" y="4174408"/>
                  <a:pt x="6166223" y="4166991"/>
                </a:cubicBezTo>
                <a:cubicBezTo>
                  <a:pt x="6161956" y="4159574"/>
                  <a:pt x="6156368" y="4153072"/>
                  <a:pt x="6149459" y="4147484"/>
                </a:cubicBezTo>
                <a:cubicBezTo>
                  <a:pt x="6142550" y="4141896"/>
                  <a:pt x="6135032" y="4137070"/>
                  <a:pt x="6126904" y="4133006"/>
                </a:cubicBezTo>
                <a:cubicBezTo>
                  <a:pt x="6118776" y="4128942"/>
                  <a:pt x="6110851" y="4125386"/>
                  <a:pt x="6103129" y="4122338"/>
                </a:cubicBezTo>
                <a:cubicBezTo>
                  <a:pt x="6086467" y="4115429"/>
                  <a:pt x="6074072" y="4108927"/>
                  <a:pt x="6065944" y="4102831"/>
                </a:cubicBezTo>
                <a:cubicBezTo>
                  <a:pt x="6057816" y="4096735"/>
                  <a:pt x="6053752" y="4089013"/>
                  <a:pt x="6053752" y="4079666"/>
                </a:cubicBezTo>
                <a:cubicBezTo>
                  <a:pt x="6053752" y="4071944"/>
                  <a:pt x="6057054" y="4065645"/>
                  <a:pt x="6063658" y="4060768"/>
                </a:cubicBezTo>
                <a:cubicBezTo>
                  <a:pt x="6070262" y="4055891"/>
                  <a:pt x="6077932" y="4053453"/>
                  <a:pt x="6086670" y="4053453"/>
                </a:cubicBezTo>
                <a:cubicBezTo>
                  <a:pt x="6100894" y="4053250"/>
                  <a:pt x="6112578" y="4057517"/>
                  <a:pt x="6121722" y="4066255"/>
                </a:cubicBezTo>
                <a:cubicBezTo>
                  <a:pt x="6130866" y="4074992"/>
                  <a:pt x="6136759" y="4087794"/>
                  <a:pt x="6139401" y="4104659"/>
                </a:cubicBezTo>
                <a:lnTo>
                  <a:pt x="6159517" y="4104659"/>
                </a:lnTo>
                <a:lnTo>
                  <a:pt x="6159517" y="4033641"/>
                </a:lnTo>
                <a:lnTo>
                  <a:pt x="6135743" y="4033641"/>
                </a:lnTo>
                <a:lnTo>
                  <a:pt x="6136962" y="4046138"/>
                </a:lnTo>
                <a:cubicBezTo>
                  <a:pt x="6130053" y="4041261"/>
                  <a:pt x="6121773" y="4037603"/>
                  <a:pt x="6112121" y="4035165"/>
                </a:cubicBezTo>
                <a:cubicBezTo>
                  <a:pt x="6102469" y="4032727"/>
                  <a:pt x="6093580" y="4031507"/>
                  <a:pt x="6085451" y="4031507"/>
                </a:cubicBezTo>
                <a:close/>
                <a:moveTo>
                  <a:pt x="2984949" y="4031507"/>
                </a:moveTo>
                <a:cubicBezTo>
                  <a:pt x="2966864" y="4031507"/>
                  <a:pt x="2951117" y="4034860"/>
                  <a:pt x="2937705" y="4041566"/>
                </a:cubicBezTo>
                <a:cubicBezTo>
                  <a:pt x="2924294" y="4048271"/>
                  <a:pt x="2913169" y="4057111"/>
                  <a:pt x="2904330" y="4068083"/>
                </a:cubicBezTo>
                <a:cubicBezTo>
                  <a:pt x="2895490" y="4079056"/>
                  <a:pt x="2888887" y="4091096"/>
                  <a:pt x="2884518" y="4104202"/>
                </a:cubicBezTo>
                <a:cubicBezTo>
                  <a:pt x="2880149" y="4117309"/>
                  <a:pt x="2877964" y="4130263"/>
                  <a:pt x="2877964" y="4143064"/>
                </a:cubicBezTo>
                <a:cubicBezTo>
                  <a:pt x="2877964" y="4156272"/>
                  <a:pt x="2879895" y="4169480"/>
                  <a:pt x="2883756" y="4182688"/>
                </a:cubicBezTo>
                <a:cubicBezTo>
                  <a:pt x="2887616" y="4195896"/>
                  <a:pt x="2893712" y="4207936"/>
                  <a:pt x="2902044" y="4218807"/>
                </a:cubicBezTo>
                <a:cubicBezTo>
                  <a:pt x="2910375" y="4229678"/>
                  <a:pt x="2921297" y="4238365"/>
                  <a:pt x="2934810" y="4244867"/>
                </a:cubicBezTo>
                <a:cubicBezTo>
                  <a:pt x="2948322" y="4251370"/>
                  <a:pt x="2964731" y="4254621"/>
                  <a:pt x="2984035" y="4254621"/>
                </a:cubicBezTo>
                <a:cubicBezTo>
                  <a:pt x="3002120" y="4254621"/>
                  <a:pt x="3017868" y="4251217"/>
                  <a:pt x="3031279" y="4244410"/>
                </a:cubicBezTo>
                <a:cubicBezTo>
                  <a:pt x="3044690" y="4237603"/>
                  <a:pt x="3055815" y="4228662"/>
                  <a:pt x="3064655" y="4217588"/>
                </a:cubicBezTo>
                <a:cubicBezTo>
                  <a:pt x="3073494" y="4206513"/>
                  <a:pt x="3080097" y="4194474"/>
                  <a:pt x="3084467" y="4181469"/>
                </a:cubicBezTo>
                <a:cubicBezTo>
                  <a:pt x="3088835" y="4168464"/>
                  <a:pt x="3091020" y="4155663"/>
                  <a:pt x="3091020" y="4143064"/>
                </a:cubicBezTo>
                <a:cubicBezTo>
                  <a:pt x="3091020" y="4130263"/>
                  <a:pt x="3088937" y="4117359"/>
                  <a:pt x="3084771" y="4104355"/>
                </a:cubicBezTo>
                <a:cubicBezTo>
                  <a:pt x="3080606" y="4091350"/>
                  <a:pt x="3074256" y="4079310"/>
                  <a:pt x="3065721" y="4068236"/>
                </a:cubicBezTo>
                <a:cubicBezTo>
                  <a:pt x="3057187" y="4057161"/>
                  <a:pt x="3046214" y="4048271"/>
                  <a:pt x="3032803" y="4041566"/>
                </a:cubicBezTo>
                <a:cubicBezTo>
                  <a:pt x="3019392" y="4034860"/>
                  <a:pt x="3003440" y="4031507"/>
                  <a:pt x="2984949" y="4031507"/>
                </a:cubicBezTo>
                <a:close/>
                <a:moveTo>
                  <a:pt x="2165799" y="4031507"/>
                </a:moveTo>
                <a:cubicBezTo>
                  <a:pt x="2147714" y="4031507"/>
                  <a:pt x="2131966" y="4034860"/>
                  <a:pt x="2118555" y="4041566"/>
                </a:cubicBezTo>
                <a:cubicBezTo>
                  <a:pt x="2105144" y="4048271"/>
                  <a:pt x="2094019" y="4057111"/>
                  <a:pt x="2085179" y="4068083"/>
                </a:cubicBezTo>
                <a:cubicBezTo>
                  <a:pt x="2076340" y="4079056"/>
                  <a:pt x="2069736" y="4091096"/>
                  <a:pt x="2065367" y="4104202"/>
                </a:cubicBezTo>
                <a:cubicBezTo>
                  <a:pt x="2060999" y="4117309"/>
                  <a:pt x="2058814" y="4130263"/>
                  <a:pt x="2058814" y="4143064"/>
                </a:cubicBezTo>
                <a:cubicBezTo>
                  <a:pt x="2058814" y="4156272"/>
                  <a:pt x="2060745" y="4169480"/>
                  <a:pt x="2064605" y="4182688"/>
                </a:cubicBezTo>
                <a:cubicBezTo>
                  <a:pt x="2068466" y="4195896"/>
                  <a:pt x="2074562" y="4207936"/>
                  <a:pt x="2082893" y="4218807"/>
                </a:cubicBezTo>
                <a:cubicBezTo>
                  <a:pt x="2091225" y="4229678"/>
                  <a:pt x="2102147" y="4238365"/>
                  <a:pt x="2115659" y="4244867"/>
                </a:cubicBezTo>
                <a:cubicBezTo>
                  <a:pt x="2129173" y="4251370"/>
                  <a:pt x="2145581" y="4254621"/>
                  <a:pt x="2164885" y="4254621"/>
                </a:cubicBezTo>
                <a:cubicBezTo>
                  <a:pt x="2182970" y="4254621"/>
                  <a:pt x="2198718" y="4251217"/>
                  <a:pt x="2212129" y="4244410"/>
                </a:cubicBezTo>
                <a:cubicBezTo>
                  <a:pt x="2225540" y="4237603"/>
                  <a:pt x="2236665" y="4228662"/>
                  <a:pt x="2245505" y="4217588"/>
                </a:cubicBezTo>
                <a:cubicBezTo>
                  <a:pt x="2254344" y="4206513"/>
                  <a:pt x="2260948" y="4194474"/>
                  <a:pt x="2265317" y="4181469"/>
                </a:cubicBezTo>
                <a:cubicBezTo>
                  <a:pt x="2269685" y="4168464"/>
                  <a:pt x="2271870" y="4155663"/>
                  <a:pt x="2271870" y="4143064"/>
                </a:cubicBezTo>
                <a:cubicBezTo>
                  <a:pt x="2271870" y="4130263"/>
                  <a:pt x="2269787" y="4117359"/>
                  <a:pt x="2265621" y="4104355"/>
                </a:cubicBezTo>
                <a:cubicBezTo>
                  <a:pt x="2261456" y="4091350"/>
                  <a:pt x="2255106" y="4079310"/>
                  <a:pt x="2246571" y="4068236"/>
                </a:cubicBezTo>
                <a:cubicBezTo>
                  <a:pt x="2238037" y="4057161"/>
                  <a:pt x="2227064" y="4048271"/>
                  <a:pt x="2213653" y="4041566"/>
                </a:cubicBezTo>
                <a:cubicBezTo>
                  <a:pt x="2200242" y="4034860"/>
                  <a:pt x="2184290" y="4031507"/>
                  <a:pt x="2165799" y="4031507"/>
                </a:cubicBezTo>
                <a:close/>
                <a:moveTo>
                  <a:pt x="7929262" y="4030898"/>
                </a:moveTo>
                <a:lnTo>
                  <a:pt x="7869826" y="4193966"/>
                </a:lnTo>
                <a:cubicBezTo>
                  <a:pt x="7867591" y="4200062"/>
                  <a:pt x="7865305" y="4205751"/>
                  <a:pt x="7862968" y="4211035"/>
                </a:cubicBezTo>
                <a:cubicBezTo>
                  <a:pt x="7860631" y="4216318"/>
                  <a:pt x="7857736" y="4220585"/>
                  <a:pt x="7854281" y="4223836"/>
                </a:cubicBezTo>
                <a:cubicBezTo>
                  <a:pt x="7850827" y="4227087"/>
                  <a:pt x="7846255" y="4228713"/>
                  <a:pt x="7840565" y="4228713"/>
                </a:cubicBezTo>
                <a:lnTo>
                  <a:pt x="7840565" y="4249744"/>
                </a:lnTo>
                <a:lnTo>
                  <a:pt x="7905793" y="4249744"/>
                </a:lnTo>
                <a:lnTo>
                  <a:pt x="7905793" y="4225360"/>
                </a:lnTo>
                <a:cubicBezTo>
                  <a:pt x="7903761" y="4225360"/>
                  <a:pt x="7900459" y="4225411"/>
                  <a:pt x="7895886" y="4225513"/>
                </a:cubicBezTo>
                <a:cubicBezTo>
                  <a:pt x="7891314" y="4225614"/>
                  <a:pt x="7887402" y="4225868"/>
                  <a:pt x="7884151" y="4226275"/>
                </a:cubicBezTo>
                <a:cubicBezTo>
                  <a:pt x="7885777" y="4222820"/>
                  <a:pt x="7887555" y="4218502"/>
                  <a:pt x="7889485" y="4213321"/>
                </a:cubicBezTo>
                <a:cubicBezTo>
                  <a:pt x="7891416" y="4208139"/>
                  <a:pt x="7892889" y="4204227"/>
                  <a:pt x="7893905" y="4201586"/>
                </a:cubicBezTo>
                <a:lnTo>
                  <a:pt x="7898782" y="4187260"/>
                </a:lnTo>
                <a:lnTo>
                  <a:pt x="7964924" y="4186041"/>
                </a:lnTo>
                <a:lnTo>
                  <a:pt x="7971019" y="4202805"/>
                </a:lnTo>
                <a:cubicBezTo>
                  <a:pt x="7973865" y="4210323"/>
                  <a:pt x="7974779" y="4216673"/>
                  <a:pt x="7973763" y="4221855"/>
                </a:cubicBezTo>
                <a:cubicBezTo>
                  <a:pt x="7972747" y="4227037"/>
                  <a:pt x="7968074" y="4229627"/>
                  <a:pt x="7959742" y="4229627"/>
                </a:cubicBezTo>
                <a:lnTo>
                  <a:pt x="7959742" y="4249744"/>
                </a:lnTo>
                <a:lnTo>
                  <a:pt x="8041733" y="4249744"/>
                </a:lnTo>
                <a:lnTo>
                  <a:pt x="8041733" y="4226275"/>
                </a:lnTo>
                <a:cubicBezTo>
                  <a:pt x="8039701" y="4226275"/>
                  <a:pt x="8037111" y="4226325"/>
                  <a:pt x="8033961" y="4226427"/>
                </a:cubicBezTo>
                <a:cubicBezTo>
                  <a:pt x="8030811" y="4226529"/>
                  <a:pt x="8027510" y="4226783"/>
                  <a:pt x="8024055" y="4227189"/>
                </a:cubicBezTo>
                <a:cubicBezTo>
                  <a:pt x="8023648" y="4222515"/>
                  <a:pt x="8022429" y="4217080"/>
                  <a:pt x="8020397" y="4210882"/>
                </a:cubicBezTo>
                <a:cubicBezTo>
                  <a:pt x="8018365" y="4204685"/>
                  <a:pt x="8016740" y="4200062"/>
                  <a:pt x="8015520" y="4197014"/>
                </a:cubicBezTo>
                <a:lnTo>
                  <a:pt x="7950598" y="4030898"/>
                </a:lnTo>
                <a:close/>
                <a:moveTo>
                  <a:pt x="6881147" y="1784062"/>
                </a:moveTo>
                <a:cubicBezTo>
                  <a:pt x="6927557" y="1784062"/>
                  <a:pt x="6950763" y="1828206"/>
                  <a:pt x="6950763" y="1916496"/>
                </a:cubicBezTo>
                <a:lnTo>
                  <a:pt x="6950763" y="2954535"/>
                </a:lnTo>
                <a:cubicBezTo>
                  <a:pt x="6950763" y="3062968"/>
                  <a:pt x="6926755" y="3117184"/>
                  <a:pt x="6878740" y="3117184"/>
                </a:cubicBezTo>
                <a:cubicBezTo>
                  <a:pt x="6851727" y="3117184"/>
                  <a:pt x="6831966" y="3106079"/>
                  <a:pt x="6819455" y="3083869"/>
                </a:cubicBezTo>
                <a:cubicBezTo>
                  <a:pt x="6806944" y="3061658"/>
                  <a:pt x="6800689" y="3019350"/>
                  <a:pt x="6800689" y="2956942"/>
                </a:cubicBezTo>
                <a:lnTo>
                  <a:pt x="6800689" y="1920135"/>
                </a:lnTo>
                <a:cubicBezTo>
                  <a:pt x="6800689" y="1829420"/>
                  <a:pt x="6827508" y="1784062"/>
                  <a:pt x="6881147" y="1784062"/>
                </a:cubicBezTo>
                <a:close/>
                <a:moveTo>
                  <a:pt x="9400462" y="1362572"/>
                </a:moveTo>
                <a:lnTo>
                  <a:pt x="9400462" y="3538674"/>
                </a:lnTo>
                <a:lnTo>
                  <a:pt x="10329503" y="3538674"/>
                </a:lnTo>
                <a:lnTo>
                  <a:pt x="10329503" y="3074895"/>
                </a:lnTo>
                <a:lnTo>
                  <a:pt x="9883595" y="3074895"/>
                </a:lnTo>
                <a:lnTo>
                  <a:pt x="9883595" y="2637190"/>
                </a:lnTo>
                <a:lnTo>
                  <a:pt x="10284787" y="2637190"/>
                </a:lnTo>
                <a:lnTo>
                  <a:pt x="10284787" y="2187912"/>
                </a:lnTo>
                <a:lnTo>
                  <a:pt x="9883595" y="2187912"/>
                </a:lnTo>
                <a:lnTo>
                  <a:pt x="9883595" y="1822731"/>
                </a:lnTo>
                <a:lnTo>
                  <a:pt x="10301715" y="1822731"/>
                </a:lnTo>
                <a:lnTo>
                  <a:pt x="10301715" y="1362572"/>
                </a:lnTo>
                <a:close/>
                <a:moveTo>
                  <a:pt x="7552612" y="1362572"/>
                </a:moveTo>
                <a:lnTo>
                  <a:pt x="7552612" y="3538674"/>
                </a:lnTo>
                <a:lnTo>
                  <a:pt x="7987408" y="3538674"/>
                </a:lnTo>
                <a:lnTo>
                  <a:pt x="7987408" y="2006409"/>
                </a:lnTo>
                <a:lnTo>
                  <a:pt x="8198933" y="3538674"/>
                </a:lnTo>
                <a:lnTo>
                  <a:pt x="8624217" y="3538674"/>
                </a:lnTo>
                <a:lnTo>
                  <a:pt x="8821434" y="2006409"/>
                </a:lnTo>
                <a:lnTo>
                  <a:pt x="8821434" y="3538674"/>
                </a:lnTo>
                <a:lnTo>
                  <a:pt x="9261084" y="3538674"/>
                </a:lnTo>
                <a:lnTo>
                  <a:pt x="9261084" y="1362572"/>
                </a:lnTo>
                <a:lnTo>
                  <a:pt x="8559742" y="1362572"/>
                </a:lnTo>
                <a:lnTo>
                  <a:pt x="8404142" y="2659201"/>
                </a:lnTo>
                <a:lnTo>
                  <a:pt x="8247482" y="1362572"/>
                </a:lnTo>
                <a:close/>
                <a:moveTo>
                  <a:pt x="4171237" y="1362572"/>
                </a:moveTo>
                <a:lnTo>
                  <a:pt x="4171237" y="3538674"/>
                </a:lnTo>
                <a:lnTo>
                  <a:pt x="5084565" y="3538674"/>
                </a:lnTo>
                <a:lnTo>
                  <a:pt x="5084565" y="3126852"/>
                </a:lnTo>
                <a:lnTo>
                  <a:pt x="4647129" y="3126852"/>
                </a:lnTo>
                <a:lnTo>
                  <a:pt x="4647129" y="1362572"/>
                </a:lnTo>
                <a:close/>
                <a:moveTo>
                  <a:pt x="3142537" y="1362572"/>
                </a:moveTo>
                <a:lnTo>
                  <a:pt x="3142537" y="3538674"/>
                </a:lnTo>
                <a:lnTo>
                  <a:pt x="4071579" y="3538674"/>
                </a:lnTo>
                <a:lnTo>
                  <a:pt x="4071579" y="3074895"/>
                </a:lnTo>
                <a:lnTo>
                  <a:pt x="3625670" y="3074895"/>
                </a:lnTo>
                <a:lnTo>
                  <a:pt x="3625670" y="2637190"/>
                </a:lnTo>
                <a:lnTo>
                  <a:pt x="4026863" y="2637190"/>
                </a:lnTo>
                <a:lnTo>
                  <a:pt x="4026863" y="2187912"/>
                </a:lnTo>
                <a:lnTo>
                  <a:pt x="3625670" y="2187912"/>
                </a:lnTo>
                <a:lnTo>
                  <a:pt x="3625670" y="1822731"/>
                </a:lnTo>
                <a:lnTo>
                  <a:pt x="4043791" y="1822731"/>
                </a:lnTo>
                <a:lnTo>
                  <a:pt x="4043791" y="1362572"/>
                </a:lnTo>
                <a:close/>
                <a:moveTo>
                  <a:pt x="1309244" y="1362572"/>
                </a:moveTo>
                <a:lnTo>
                  <a:pt x="1539988" y="3538674"/>
                </a:lnTo>
                <a:lnTo>
                  <a:pt x="2104003" y="3538674"/>
                </a:lnTo>
                <a:lnTo>
                  <a:pt x="2183209" y="2515155"/>
                </a:lnTo>
                <a:lnTo>
                  <a:pt x="2266171" y="3538674"/>
                </a:lnTo>
                <a:lnTo>
                  <a:pt x="2821577" y="3538674"/>
                </a:lnTo>
                <a:lnTo>
                  <a:pt x="3056385" y="1362572"/>
                </a:lnTo>
                <a:lnTo>
                  <a:pt x="2587252" y="1362572"/>
                </a:lnTo>
                <a:lnTo>
                  <a:pt x="2496799" y="2705111"/>
                </a:lnTo>
                <a:lnTo>
                  <a:pt x="2406346" y="1362572"/>
                </a:lnTo>
                <a:lnTo>
                  <a:pt x="1963808" y="1362572"/>
                </a:lnTo>
                <a:lnTo>
                  <a:pt x="1867482" y="2705111"/>
                </a:lnTo>
                <a:lnTo>
                  <a:pt x="1773081" y="1362572"/>
                </a:lnTo>
                <a:close/>
                <a:moveTo>
                  <a:pt x="6875119" y="1343237"/>
                </a:moveTo>
                <a:cubicBezTo>
                  <a:pt x="6696550" y="1343237"/>
                  <a:pt x="6560390" y="1392867"/>
                  <a:pt x="6466638" y="1492127"/>
                </a:cubicBezTo>
                <a:cubicBezTo>
                  <a:pt x="6372886" y="1591387"/>
                  <a:pt x="6326010" y="1735263"/>
                  <a:pt x="6326010" y="1923756"/>
                </a:cubicBezTo>
                <a:lnTo>
                  <a:pt x="6326010" y="2933987"/>
                </a:lnTo>
                <a:cubicBezTo>
                  <a:pt x="6326010" y="3134779"/>
                  <a:pt x="6373062" y="3288981"/>
                  <a:pt x="6467168" y="3396592"/>
                </a:cubicBezTo>
                <a:cubicBezTo>
                  <a:pt x="6561272" y="3504203"/>
                  <a:pt x="6697256" y="3558009"/>
                  <a:pt x="6875119" y="3558009"/>
                </a:cubicBezTo>
                <a:cubicBezTo>
                  <a:pt x="7053329" y="3558009"/>
                  <a:pt x="7189601" y="3504071"/>
                  <a:pt x="7283937" y="3396198"/>
                </a:cubicBezTo>
                <a:cubicBezTo>
                  <a:pt x="7378274" y="3288323"/>
                  <a:pt x="7425442" y="3134253"/>
                  <a:pt x="7425442" y="2933987"/>
                </a:cubicBezTo>
                <a:lnTo>
                  <a:pt x="7425442" y="1923756"/>
                </a:lnTo>
                <a:cubicBezTo>
                  <a:pt x="7425442" y="1735790"/>
                  <a:pt x="7378444" y="1592044"/>
                  <a:pt x="7284448" y="1492521"/>
                </a:cubicBezTo>
                <a:cubicBezTo>
                  <a:pt x="7190452" y="1392999"/>
                  <a:pt x="7054008" y="1343237"/>
                  <a:pt x="6875119" y="1343237"/>
                </a:cubicBezTo>
                <a:close/>
                <a:moveTo>
                  <a:pt x="5691593" y="1343237"/>
                </a:moveTo>
                <a:cubicBezTo>
                  <a:pt x="5498735" y="1343237"/>
                  <a:pt x="5359407" y="1400721"/>
                  <a:pt x="5273608" y="1515688"/>
                </a:cubicBezTo>
                <a:cubicBezTo>
                  <a:pt x="5187810" y="1630656"/>
                  <a:pt x="5144911" y="1794069"/>
                  <a:pt x="5144911" y="2005928"/>
                </a:cubicBezTo>
                <a:lnTo>
                  <a:pt x="5144911" y="2987157"/>
                </a:lnTo>
                <a:cubicBezTo>
                  <a:pt x="5144911" y="3166381"/>
                  <a:pt x="5194186" y="3306329"/>
                  <a:pt x="5292741" y="3407001"/>
                </a:cubicBezTo>
                <a:cubicBezTo>
                  <a:pt x="5391294" y="3507673"/>
                  <a:pt x="5521022" y="3558009"/>
                  <a:pt x="5681926" y="3558009"/>
                </a:cubicBezTo>
                <a:cubicBezTo>
                  <a:pt x="5857837" y="3558009"/>
                  <a:pt x="5995551" y="3513562"/>
                  <a:pt x="6095067" y="3424670"/>
                </a:cubicBezTo>
                <a:cubicBezTo>
                  <a:pt x="6194584" y="3335777"/>
                  <a:pt x="6244342" y="3194369"/>
                  <a:pt x="6244342" y="3000445"/>
                </a:cubicBezTo>
                <a:lnTo>
                  <a:pt x="6244342" y="2573390"/>
                </a:lnTo>
                <a:lnTo>
                  <a:pt x="5766043" y="2573390"/>
                </a:lnTo>
                <a:lnTo>
                  <a:pt x="5766043" y="2981110"/>
                </a:lnTo>
                <a:cubicBezTo>
                  <a:pt x="5766043" y="3024530"/>
                  <a:pt x="5760131" y="3058064"/>
                  <a:pt x="5748307" y="3081712"/>
                </a:cubicBezTo>
                <a:cubicBezTo>
                  <a:pt x="5736483" y="3105360"/>
                  <a:pt x="5717578" y="3117184"/>
                  <a:pt x="5691593" y="3117184"/>
                </a:cubicBezTo>
                <a:cubicBezTo>
                  <a:pt x="5668420" y="3117184"/>
                  <a:pt x="5650225" y="3107963"/>
                  <a:pt x="5637008" y="3089521"/>
                </a:cubicBezTo>
                <a:cubicBezTo>
                  <a:pt x="5623791" y="3071079"/>
                  <a:pt x="5617182" y="3034942"/>
                  <a:pt x="5617182" y="2981110"/>
                </a:cubicBezTo>
                <a:lnTo>
                  <a:pt x="5617182" y="1916496"/>
                </a:lnTo>
                <a:cubicBezTo>
                  <a:pt x="5617182" y="1872216"/>
                  <a:pt x="5622449" y="1839074"/>
                  <a:pt x="5632983" y="1817069"/>
                </a:cubicBezTo>
                <a:cubicBezTo>
                  <a:pt x="5643517" y="1795064"/>
                  <a:pt x="5663053" y="1784062"/>
                  <a:pt x="5691593" y="1784062"/>
                </a:cubicBezTo>
                <a:cubicBezTo>
                  <a:pt x="5716936" y="1784062"/>
                  <a:pt x="5735680" y="1792410"/>
                  <a:pt x="5747825" y="1809106"/>
                </a:cubicBezTo>
                <a:cubicBezTo>
                  <a:pt x="5759970" y="1825802"/>
                  <a:pt x="5766043" y="1863210"/>
                  <a:pt x="5766043" y="1921329"/>
                </a:cubicBezTo>
                <a:lnTo>
                  <a:pt x="5766043" y="2260166"/>
                </a:lnTo>
                <a:lnTo>
                  <a:pt x="6239508" y="2260166"/>
                </a:lnTo>
                <a:lnTo>
                  <a:pt x="6239508" y="1868159"/>
                </a:lnTo>
                <a:cubicBezTo>
                  <a:pt x="6239508" y="1752113"/>
                  <a:pt x="6215693" y="1655177"/>
                  <a:pt x="6168063" y="1577351"/>
                </a:cubicBezTo>
                <a:cubicBezTo>
                  <a:pt x="6120432" y="1499525"/>
                  <a:pt x="6055156" y="1441049"/>
                  <a:pt x="5972233" y="1401925"/>
                </a:cubicBezTo>
                <a:cubicBezTo>
                  <a:pt x="5889310" y="1362800"/>
                  <a:pt x="5795763" y="1343237"/>
                  <a:pt x="5691593" y="1343237"/>
                </a:cubicBezTo>
                <a:close/>
                <a:moveTo>
                  <a:pt x="0" y="0"/>
                </a:moveTo>
                <a:lnTo>
                  <a:pt x="12192000" y="0"/>
                </a:lnTo>
                <a:lnTo>
                  <a:pt x="12192000" y="6858000"/>
                </a:lnTo>
                <a:lnTo>
                  <a:pt x="0" y="6858000"/>
                </a:lnTo>
                <a:close/>
              </a:path>
            </a:pathLst>
          </a:cu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effectLst>
                <a:outerShdw blurRad="63500" sx="102000" sy="102000" algn="ctr" rotWithShape="0">
                  <a:prstClr val="black">
                    <a:alpha val="40000"/>
                  </a:prstClr>
                </a:outerShdw>
              </a:effectLst>
            </a:endParaRPr>
          </a:p>
        </p:txBody>
      </p:sp>
      <p:sp>
        <p:nvSpPr>
          <p:cNvPr id="10" name="Rectangle 9">
            <a:extLst>
              <a:ext uri="{FF2B5EF4-FFF2-40B4-BE49-F238E27FC236}">
                <a16:creationId xmlns:a16="http://schemas.microsoft.com/office/drawing/2014/main" id="{7E50DB3C-382D-45A4-7333-53A10F0CA35A}"/>
              </a:ext>
            </a:extLst>
          </p:cNvPr>
          <p:cNvSpPr/>
          <p:nvPr/>
        </p:nvSpPr>
        <p:spPr>
          <a:xfrm>
            <a:off x="12703794" y="1121587"/>
            <a:ext cx="173620" cy="342610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03879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grpId="0" nodeType="clickEffect">
                                  <p:stCondLst>
                                    <p:cond delay="0"/>
                                  </p:stCondLst>
                                  <p:childTnLst>
                                    <p:animMotion origin="layout" path="M 1.45833E-6 4.07407E-6 L -0.98906 -0.00903 " pathEditMode="relative" rAng="0" ptsTypes="AA">
                                      <p:cBhvr>
                                        <p:cTn id="6" dur="6000" fill="hold"/>
                                        <p:tgtEl>
                                          <p:spTgt spid="10"/>
                                        </p:tgtEl>
                                        <p:attrNameLst>
                                          <p:attrName>ppt_x</p:attrName>
                                          <p:attrName>ppt_y</p:attrName>
                                        </p:attrNameLst>
                                      </p:cBhvr>
                                      <p:rCtr x="-49453" y="-463"/>
                                    </p:animMotion>
                                  </p:childTnLst>
                                </p:cTn>
                              </p:par>
                              <p:par>
                                <p:cTn id="7" presetID="35" presetClass="path" presetSubtype="0" accel="50000" decel="50000" fill="hold" nodeType="withEffect">
                                  <p:stCondLst>
                                    <p:cond delay="0"/>
                                  </p:stCondLst>
                                  <p:childTnLst>
                                    <p:animMotion origin="layout" path="M 2.22045E-16 0 L -1 0 " pathEditMode="relative" rAng="0" ptsTypes="AA">
                                      <p:cBhvr>
                                        <p:cTn id="8" dur="6000" fill="hold"/>
                                        <p:tgtEl>
                                          <p:spTgt spid="9"/>
                                        </p:tgtEl>
                                        <p:attrNameLst>
                                          <p:attrName>ppt_x</p:attrName>
                                          <p:attrName>ppt_y</p:attrName>
                                        </p:attrNameLst>
                                      </p:cBhvr>
                                      <p:rCtr x="-500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AD2E1806-D106-DB30-97EC-23EA95065A6A}"/>
              </a:ext>
            </a:extLst>
          </p:cNvPr>
          <p:cNvSpPr/>
          <p:nvPr/>
        </p:nvSpPr>
        <p:spPr>
          <a:xfrm>
            <a:off x="0" y="0"/>
            <a:ext cx="12192000" cy="6858000"/>
          </a:xfrm>
          <a:prstGeom prst="rect">
            <a:avLst/>
          </a:prstGeom>
          <a:gradFill>
            <a:gsLst>
              <a:gs pos="100000">
                <a:schemeClr val="tx1">
                  <a:lumMod val="95000"/>
                  <a:lumOff val="5000"/>
                </a:schemeClr>
              </a:gs>
              <a:gs pos="0">
                <a:schemeClr val="tx1">
                  <a:alpha val="90000"/>
                </a:schemeClr>
              </a:gs>
              <a:gs pos="100000">
                <a:srgbClr val="E03C31">
                  <a:alpha val="80000"/>
                </a:srgbClr>
              </a:gs>
            </a:gsLst>
            <a:lin ang="54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reeform: Shape 40">
            <a:extLst>
              <a:ext uri="{FF2B5EF4-FFF2-40B4-BE49-F238E27FC236}">
                <a16:creationId xmlns:a16="http://schemas.microsoft.com/office/drawing/2014/main" id="{35EDB0F0-480E-6320-7FAB-F67AB6C73EBF}"/>
              </a:ext>
            </a:extLst>
          </p:cNvPr>
          <p:cNvSpPr/>
          <p:nvPr/>
        </p:nvSpPr>
        <p:spPr>
          <a:xfrm rot="-2700000">
            <a:off x="3585309" y="348183"/>
            <a:ext cx="2596896" cy="2929591"/>
          </a:xfrm>
          <a:custGeom>
            <a:avLst/>
            <a:gdLst>
              <a:gd name="connsiteX0" fmla="*/ 1298448 w 2596896"/>
              <a:gd name="connsiteY0" fmla="*/ 0 h 2929591"/>
              <a:gd name="connsiteX1" fmla="*/ 2596896 w 2596896"/>
              <a:gd name="connsiteY1" fmla="*/ 2340865 h 2929591"/>
              <a:gd name="connsiteX2" fmla="*/ 2586314 w 2596896"/>
              <a:gd name="connsiteY2" fmla="*/ 2340864 h 2929591"/>
              <a:gd name="connsiteX3" fmla="*/ 2135890 w 2596896"/>
              <a:gd name="connsiteY3" fmla="*/ 2791288 h 2929591"/>
              <a:gd name="connsiteX4" fmla="*/ 2126854 w 2596896"/>
              <a:gd name="connsiteY4" fmla="*/ 2783199 h 2929591"/>
              <a:gd name="connsiteX5" fmla="*/ 677821 w 2596896"/>
              <a:gd name="connsiteY5" fmla="*/ 2848358 h 2929591"/>
              <a:gd name="connsiteX6" fmla="*/ 588727 w 2596896"/>
              <a:gd name="connsiteY6" fmla="*/ 2929591 h 2929591"/>
              <a:gd name="connsiteX7" fmla="*/ 0 w 2596896"/>
              <a:gd name="connsiteY7" fmla="*/ 2340864 h 2929591"/>
              <a:gd name="connsiteX8" fmla="*/ 1298448 w 2596896"/>
              <a:gd name="connsiteY8" fmla="*/ 0 h 2929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6896" h="2929591">
                <a:moveTo>
                  <a:pt x="1298448" y="0"/>
                </a:moveTo>
                <a:lnTo>
                  <a:pt x="2596896" y="2340865"/>
                </a:lnTo>
                <a:lnTo>
                  <a:pt x="2586314" y="2340864"/>
                </a:lnTo>
                <a:lnTo>
                  <a:pt x="2135890" y="2791288"/>
                </a:lnTo>
                <a:lnTo>
                  <a:pt x="2126854" y="2783199"/>
                </a:lnTo>
                <a:cubicBezTo>
                  <a:pt x="1721475" y="2458900"/>
                  <a:pt x="1114067" y="2486214"/>
                  <a:pt x="677821" y="2848358"/>
                </a:cubicBezTo>
                <a:lnTo>
                  <a:pt x="588727" y="2929591"/>
                </a:lnTo>
                <a:lnTo>
                  <a:pt x="0" y="2340864"/>
                </a:lnTo>
                <a:lnTo>
                  <a:pt x="1298448" y="0"/>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40" name="Freeform: Shape 39">
            <a:extLst>
              <a:ext uri="{FF2B5EF4-FFF2-40B4-BE49-F238E27FC236}">
                <a16:creationId xmlns:a16="http://schemas.microsoft.com/office/drawing/2014/main" id="{FCD7DB3B-58CE-1212-EB59-D5111A3A31A7}"/>
              </a:ext>
            </a:extLst>
          </p:cNvPr>
          <p:cNvSpPr/>
          <p:nvPr/>
        </p:nvSpPr>
        <p:spPr>
          <a:xfrm rot="-2700000">
            <a:off x="6662354" y="499415"/>
            <a:ext cx="2886833" cy="2596895"/>
          </a:xfrm>
          <a:custGeom>
            <a:avLst/>
            <a:gdLst>
              <a:gd name="connsiteX0" fmla="*/ 2886833 w 2886833"/>
              <a:gd name="connsiteY0" fmla="*/ 1298447 h 2596895"/>
              <a:gd name="connsiteX1" fmla="*/ 545970 w 2886833"/>
              <a:gd name="connsiteY1" fmla="*/ 2596895 h 2596895"/>
              <a:gd name="connsiteX2" fmla="*/ 545970 w 2886833"/>
              <a:gd name="connsiteY2" fmla="*/ 2586314 h 2596895"/>
              <a:gd name="connsiteX3" fmla="*/ 0 w 2886833"/>
              <a:gd name="connsiteY3" fmla="*/ 2040344 h 2596895"/>
              <a:gd name="connsiteX4" fmla="*/ 76186 w 2886833"/>
              <a:gd name="connsiteY4" fmla="*/ 1956786 h 2596895"/>
              <a:gd name="connsiteX5" fmla="*/ 141346 w 2886833"/>
              <a:gd name="connsiteY5" fmla="*/ 507752 h 2596895"/>
              <a:gd name="connsiteX6" fmla="*/ 92631 w 2886833"/>
              <a:gd name="connsiteY6" fmla="*/ 453339 h 2596895"/>
              <a:gd name="connsiteX7" fmla="*/ 545970 w 2886833"/>
              <a:gd name="connsiteY7" fmla="*/ 0 h 2596895"/>
              <a:gd name="connsiteX8" fmla="*/ 2886833 w 2886833"/>
              <a:gd name="connsiteY8" fmla="*/ 1298447 h 2596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6833" h="2596895">
                <a:moveTo>
                  <a:pt x="2886833" y="1298447"/>
                </a:moveTo>
                <a:lnTo>
                  <a:pt x="545970" y="2596895"/>
                </a:lnTo>
                <a:lnTo>
                  <a:pt x="545970" y="2586314"/>
                </a:lnTo>
                <a:lnTo>
                  <a:pt x="0" y="2040344"/>
                </a:lnTo>
                <a:lnTo>
                  <a:pt x="76186" y="1956786"/>
                </a:lnTo>
                <a:cubicBezTo>
                  <a:pt x="438330" y="1520539"/>
                  <a:pt x="465644" y="913131"/>
                  <a:pt x="141346" y="507752"/>
                </a:cubicBezTo>
                <a:lnTo>
                  <a:pt x="92631" y="453339"/>
                </a:lnTo>
                <a:lnTo>
                  <a:pt x="545970" y="0"/>
                </a:lnTo>
                <a:lnTo>
                  <a:pt x="2886833" y="1298447"/>
                </a:ln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38" name="Freeform: Shape 37">
            <a:extLst>
              <a:ext uri="{FF2B5EF4-FFF2-40B4-BE49-F238E27FC236}">
                <a16:creationId xmlns:a16="http://schemas.microsoft.com/office/drawing/2014/main" id="{71EA8EA1-5DC6-C57D-D124-5B75FA2437C7}"/>
              </a:ext>
            </a:extLst>
          </p:cNvPr>
          <p:cNvSpPr/>
          <p:nvPr/>
        </p:nvSpPr>
        <p:spPr>
          <a:xfrm rot="-2700000">
            <a:off x="3418247" y="3768853"/>
            <a:ext cx="2934487" cy="2596897"/>
          </a:xfrm>
          <a:custGeom>
            <a:avLst/>
            <a:gdLst>
              <a:gd name="connsiteX0" fmla="*/ 2340863 w 2934487"/>
              <a:gd name="connsiteY0" fmla="*/ 0 h 2596897"/>
              <a:gd name="connsiteX1" fmla="*/ 2340864 w 2934487"/>
              <a:gd name="connsiteY1" fmla="*/ 10582 h 2596897"/>
              <a:gd name="connsiteX2" fmla="*/ 2934487 w 2934487"/>
              <a:gd name="connsiteY2" fmla="*/ 604205 h 2596897"/>
              <a:gd name="connsiteX3" fmla="*/ 2900625 w 2934487"/>
              <a:gd name="connsiteY3" fmla="*/ 649045 h 2596897"/>
              <a:gd name="connsiteX4" fmla="*/ 2907937 w 2934487"/>
              <a:gd name="connsiteY4" fmla="*/ 2002113 h 2596897"/>
              <a:gd name="connsiteX5" fmla="*/ 2921027 w 2934487"/>
              <a:gd name="connsiteY5" fmla="*/ 2016734 h 2596897"/>
              <a:gd name="connsiteX6" fmla="*/ 2340863 w 2934487"/>
              <a:gd name="connsiteY6" fmla="*/ 2596897 h 2596897"/>
              <a:gd name="connsiteX7" fmla="*/ 0 w 2934487"/>
              <a:gd name="connsiteY7" fmla="*/ 1298449 h 2596897"/>
              <a:gd name="connsiteX8" fmla="*/ 2340863 w 2934487"/>
              <a:gd name="connsiteY8" fmla="*/ 0 h 2596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34487" h="2596897">
                <a:moveTo>
                  <a:pt x="2340863" y="0"/>
                </a:moveTo>
                <a:lnTo>
                  <a:pt x="2340864" y="10582"/>
                </a:lnTo>
                <a:lnTo>
                  <a:pt x="2934487" y="604205"/>
                </a:lnTo>
                <a:lnTo>
                  <a:pt x="2900625" y="649045"/>
                </a:lnTo>
                <a:cubicBezTo>
                  <a:pt x="2608844" y="1075068"/>
                  <a:pt x="2606803" y="1625689"/>
                  <a:pt x="2907937" y="2002113"/>
                </a:cubicBezTo>
                <a:lnTo>
                  <a:pt x="2921027" y="2016734"/>
                </a:lnTo>
                <a:lnTo>
                  <a:pt x="2340863" y="2596897"/>
                </a:lnTo>
                <a:lnTo>
                  <a:pt x="0" y="1298449"/>
                </a:lnTo>
                <a:lnTo>
                  <a:pt x="2340863" y="0"/>
                </a:lnTo>
                <a:close/>
              </a:path>
            </a:pathLst>
          </a:custGeom>
          <a:solidFill>
            <a:srgbClr val="4119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37" name="Freeform: Shape 36">
            <a:extLst>
              <a:ext uri="{FF2B5EF4-FFF2-40B4-BE49-F238E27FC236}">
                <a16:creationId xmlns:a16="http://schemas.microsoft.com/office/drawing/2014/main" id="{820895D3-F356-2262-C337-6D84620A58FA}"/>
              </a:ext>
            </a:extLst>
          </p:cNvPr>
          <p:cNvSpPr/>
          <p:nvPr/>
        </p:nvSpPr>
        <p:spPr>
          <a:xfrm rot="-2700000">
            <a:off x="6797738" y="3617593"/>
            <a:ext cx="2596896" cy="2913945"/>
          </a:xfrm>
          <a:custGeom>
            <a:avLst/>
            <a:gdLst>
              <a:gd name="connsiteX0" fmla="*/ 2036429 w 2596896"/>
              <a:gd name="connsiteY0" fmla="*/ 12614 h 2913945"/>
              <a:gd name="connsiteX1" fmla="*/ 2596896 w 2596896"/>
              <a:gd name="connsiteY1" fmla="*/ 573081 h 2913945"/>
              <a:gd name="connsiteX2" fmla="*/ 1298448 w 2596896"/>
              <a:gd name="connsiteY2" fmla="*/ 2913945 h 2913945"/>
              <a:gd name="connsiteX3" fmla="*/ 0 w 2596896"/>
              <a:gd name="connsiteY3" fmla="*/ 573082 h 2913945"/>
              <a:gd name="connsiteX4" fmla="*/ 10582 w 2596896"/>
              <a:gd name="connsiteY4" fmla="*/ 573081 h 2913945"/>
              <a:gd name="connsiteX5" fmla="*/ 583663 w 2596896"/>
              <a:gd name="connsiteY5" fmla="*/ 0 h 2913945"/>
              <a:gd name="connsiteX6" fmla="*/ 632493 w 2596896"/>
              <a:gd name="connsiteY6" fmla="*/ 43716 h 2913945"/>
              <a:gd name="connsiteX7" fmla="*/ 1985562 w 2596896"/>
              <a:gd name="connsiteY7" fmla="*/ 51028 h 2913945"/>
              <a:gd name="connsiteX8" fmla="*/ 2036429 w 2596896"/>
              <a:gd name="connsiteY8" fmla="*/ 12614 h 2913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6896" h="2913945">
                <a:moveTo>
                  <a:pt x="2036429" y="12614"/>
                </a:moveTo>
                <a:lnTo>
                  <a:pt x="2596896" y="573081"/>
                </a:lnTo>
                <a:lnTo>
                  <a:pt x="1298448" y="2913945"/>
                </a:lnTo>
                <a:lnTo>
                  <a:pt x="0" y="573082"/>
                </a:lnTo>
                <a:lnTo>
                  <a:pt x="10582" y="573081"/>
                </a:lnTo>
                <a:lnTo>
                  <a:pt x="583663" y="0"/>
                </a:lnTo>
                <a:lnTo>
                  <a:pt x="632493" y="43716"/>
                </a:lnTo>
                <a:cubicBezTo>
                  <a:pt x="1008917" y="344850"/>
                  <a:pt x="1559538" y="342809"/>
                  <a:pt x="1985562" y="51028"/>
                </a:cubicBezTo>
                <a:lnTo>
                  <a:pt x="2036429" y="12614"/>
                </a:lnTo>
                <a:close/>
              </a:path>
            </a:pathLst>
          </a:custGeom>
          <a:solidFill>
            <a:srgbClr val="89D1B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49" name="TextBox 48">
            <a:extLst>
              <a:ext uri="{FF2B5EF4-FFF2-40B4-BE49-F238E27FC236}">
                <a16:creationId xmlns:a16="http://schemas.microsoft.com/office/drawing/2014/main" id="{C9D9518E-EFC5-B28B-3F6A-E81581F72039}"/>
              </a:ext>
            </a:extLst>
          </p:cNvPr>
          <p:cNvSpPr txBox="1"/>
          <p:nvPr/>
        </p:nvSpPr>
        <p:spPr>
          <a:xfrm>
            <a:off x="5002767" y="3211907"/>
            <a:ext cx="2643297" cy="523220"/>
          </a:xfrm>
          <a:prstGeom prst="rect">
            <a:avLst/>
          </a:prstGeom>
          <a:noFill/>
        </p:spPr>
        <p:txBody>
          <a:bodyPr wrap="square" rtlCol="0">
            <a:spAutoFit/>
          </a:bodyPr>
          <a:lstStyle/>
          <a:p>
            <a:r>
              <a:rPr lang="hi-IN" sz="2000" dirty="0">
                <a:latin typeface="Century Schoolbook" panose="02040604050505020304" pitchFamily="18" charset="0"/>
              </a:rPr>
              <a:t>   </a:t>
            </a:r>
            <a:r>
              <a:rPr lang="en-US" sz="2800" b="1" dirty="0">
                <a:solidFill>
                  <a:schemeClr val="bg1"/>
                </a:solidFill>
                <a:latin typeface="Century Schoolbook" panose="02040604050505020304" pitchFamily="18" charset="0"/>
              </a:rPr>
              <a:t>MODULES</a:t>
            </a:r>
            <a:endParaRPr lang="en-IN" sz="2800" b="1" dirty="0">
              <a:solidFill>
                <a:schemeClr val="bg1"/>
              </a:solidFill>
              <a:latin typeface="Century Schoolbook" panose="02040604050505020304" pitchFamily="18" charset="0"/>
            </a:endParaRPr>
          </a:p>
        </p:txBody>
      </p:sp>
      <p:sp>
        <p:nvSpPr>
          <p:cNvPr id="50" name="TextBox 49">
            <a:extLst>
              <a:ext uri="{FF2B5EF4-FFF2-40B4-BE49-F238E27FC236}">
                <a16:creationId xmlns:a16="http://schemas.microsoft.com/office/drawing/2014/main" id="{7FAE1639-E43D-C5F9-37C8-0C0C9923C9EA}"/>
              </a:ext>
            </a:extLst>
          </p:cNvPr>
          <p:cNvSpPr txBox="1"/>
          <p:nvPr/>
        </p:nvSpPr>
        <p:spPr>
          <a:xfrm>
            <a:off x="6222016" y="2631714"/>
            <a:ext cx="898341" cy="584775"/>
          </a:xfrm>
          <a:prstGeom prst="rect">
            <a:avLst/>
          </a:prstGeom>
          <a:noFill/>
        </p:spPr>
        <p:txBody>
          <a:bodyPr wrap="square" rtlCol="0">
            <a:spAutoFit/>
          </a:bodyPr>
          <a:lstStyle/>
          <a:p>
            <a:r>
              <a:rPr lang="en-US" sz="3200" dirty="0">
                <a:solidFill>
                  <a:schemeClr val="bg1"/>
                </a:solidFill>
                <a:latin typeface="Algerian" panose="04020705040A02060702" pitchFamily="82" charset="0"/>
              </a:rPr>
              <a:t>4</a:t>
            </a:r>
            <a:endParaRPr lang="en-IN" sz="3200" dirty="0">
              <a:solidFill>
                <a:schemeClr val="bg1"/>
              </a:solidFill>
              <a:latin typeface="Algerian" panose="04020705040A02060702" pitchFamily="82" charset="0"/>
            </a:endParaRPr>
          </a:p>
        </p:txBody>
      </p:sp>
      <p:pic>
        <p:nvPicPr>
          <p:cNvPr id="52" name="Graphic 51" descr="Cheers with solid fill">
            <a:extLst>
              <a:ext uri="{FF2B5EF4-FFF2-40B4-BE49-F238E27FC236}">
                <a16:creationId xmlns:a16="http://schemas.microsoft.com/office/drawing/2014/main" id="{110B2134-E4D0-6791-8D5D-F47FE19E79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36975" y="1487187"/>
            <a:ext cx="1224096" cy="1046262"/>
          </a:xfrm>
          <a:prstGeom prst="rect">
            <a:avLst/>
          </a:prstGeom>
        </p:spPr>
      </p:pic>
      <p:pic>
        <p:nvPicPr>
          <p:cNvPr id="54" name="Graphic 53" descr="Teacher with solid fill">
            <a:extLst>
              <a:ext uri="{FF2B5EF4-FFF2-40B4-BE49-F238E27FC236}">
                <a16:creationId xmlns:a16="http://schemas.microsoft.com/office/drawing/2014/main" id="{A41107FC-D039-9755-F9EC-8A599A807F5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43574" y="1487187"/>
            <a:ext cx="1092669" cy="1108483"/>
          </a:xfrm>
          <a:prstGeom prst="rect">
            <a:avLst/>
          </a:prstGeom>
        </p:spPr>
      </p:pic>
      <p:pic>
        <p:nvPicPr>
          <p:cNvPr id="56" name="Graphic 55" descr="Group brainstorm with solid fill">
            <a:extLst>
              <a:ext uri="{FF2B5EF4-FFF2-40B4-BE49-F238E27FC236}">
                <a16:creationId xmlns:a16="http://schemas.microsoft.com/office/drawing/2014/main" id="{CFB8B66B-A7FB-153F-F28A-52A8253635A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55591" y="4109427"/>
            <a:ext cx="1381413" cy="1257302"/>
          </a:xfrm>
          <a:prstGeom prst="rect">
            <a:avLst/>
          </a:prstGeom>
        </p:spPr>
      </p:pic>
      <p:pic>
        <p:nvPicPr>
          <p:cNvPr id="58" name="Graphic 57" descr="Lightbulb and gear with solid fill">
            <a:extLst>
              <a:ext uri="{FF2B5EF4-FFF2-40B4-BE49-F238E27FC236}">
                <a16:creationId xmlns:a16="http://schemas.microsoft.com/office/drawing/2014/main" id="{CC1BD0C6-B3CB-B134-80B2-8FFC6C6B5BD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08265" y="4290941"/>
            <a:ext cx="1155816" cy="1119251"/>
          </a:xfrm>
          <a:prstGeom prst="rect">
            <a:avLst/>
          </a:prstGeom>
        </p:spPr>
      </p:pic>
      <p:sp>
        <p:nvSpPr>
          <p:cNvPr id="59" name="TextBox 58">
            <a:extLst>
              <a:ext uri="{FF2B5EF4-FFF2-40B4-BE49-F238E27FC236}">
                <a16:creationId xmlns:a16="http://schemas.microsoft.com/office/drawing/2014/main" id="{05B7E3AE-8384-902E-C4EF-C20F342AF949}"/>
              </a:ext>
            </a:extLst>
          </p:cNvPr>
          <p:cNvSpPr txBox="1"/>
          <p:nvPr/>
        </p:nvSpPr>
        <p:spPr>
          <a:xfrm>
            <a:off x="2915283" y="1459699"/>
            <a:ext cx="1927123" cy="830997"/>
          </a:xfrm>
          <a:prstGeom prst="rect">
            <a:avLst/>
          </a:prstGeom>
          <a:noFill/>
        </p:spPr>
        <p:txBody>
          <a:bodyPr wrap="square" rtlCol="0">
            <a:spAutoFit/>
          </a:bodyPr>
          <a:lstStyle/>
          <a:p>
            <a:r>
              <a:rPr lang="en-US" sz="4800" b="1" dirty="0">
                <a:solidFill>
                  <a:srgbClr val="F8CBAD"/>
                </a:solidFill>
                <a:latin typeface="Agency FB" panose="020B0503020202020204" pitchFamily="34" charset="0"/>
              </a:rPr>
              <a:t>01</a:t>
            </a:r>
            <a:endParaRPr lang="en-IN" sz="4800" b="1" dirty="0">
              <a:solidFill>
                <a:srgbClr val="F8CBAD"/>
              </a:solidFill>
              <a:latin typeface="Agency FB" panose="020B0503020202020204" pitchFamily="34" charset="0"/>
            </a:endParaRPr>
          </a:p>
        </p:txBody>
      </p:sp>
      <p:sp>
        <p:nvSpPr>
          <p:cNvPr id="60" name="TextBox 59">
            <a:extLst>
              <a:ext uri="{FF2B5EF4-FFF2-40B4-BE49-F238E27FC236}">
                <a16:creationId xmlns:a16="http://schemas.microsoft.com/office/drawing/2014/main" id="{BE382F0B-FDCA-A418-CF05-1EC94D96D40E}"/>
              </a:ext>
            </a:extLst>
          </p:cNvPr>
          <p:cNvSpPr txBox="1"/>
          <p:nvPr/>
        </p:nvSpPr>
        <p:spPr>
          <a:xfrm>
            <a:off x="2505374" y="2273874"/>
            <a:ext cx="2497393" cy="707886"/>
          </a:xfrm>
          <a:prstGeom prst="rect">
            <a:avLst/>
          </a:prstGeom>
          <a:noFill/>
        </p:spPr>
        <p:txBody>
          <a:bodyPr wrap="square" rtlCol="0">
            <a:spAutoFit/>
          </a:bodyPr>
          <a:lstStyle/>
          <a:p>
            <a:r>
              <a:rPr lang="en-US" sz="4000" b="1" dirty="0">
                <a:solidFill>
                  <a:schemeClr val="bg1"/>
                </a:solidFill>
                <a:latin typeface="Tw Cen MT" panose="020B0602020104020603" pitchFamily="34" charset="0"/>
              </a:rPr>
              <a:t>EXCEL</a:t>
            </a:r>
            <a:endParaRPr lang="en-IN" sz="4000" b="1" dirty="0">
              <a:solidFill>
                <a:schemeClr val="bg1"/>
              </a:solidFill>
              <a:latin typeface="Tw Cen MT" panose="020B0602020104020603" pitchFamily="34" charset="0"/>
            </a:endParaRPr>
          </a:p>
        </p:txBody>
      </p:sp>
      <p:sp>
        <p:nvSpPr>
          <p:cNvPr id="61" name="TextBox 60">
            <a:extLst>
              <a:ext uri="{FF2B5EF4-FFF2-40B4-BE49-F238E27FC236}">
                <a16:creationId xmlns:a16="http://schemas.microsoft.com/office/drawing/2014/main" id="{D4C318CE-5794-6A28-C18D-12612B894082}"/>
              </a:ext>
            </a:extLst>
          </p:cNvPr>
          <p:cNvSpPr txBox="1"/>
          <p:nvPr/>
        </p:nvSpPr>
        <p:spPr>
          <a:xfrm>
            <a:off x="9547123" y="1459700"/>
            <a:ext cx="1661651" cy="830997"/>
          </a:xfrm>
          <a:prstGeom prst="rect">
            <a:avLst/>
          </a:prstGeom>
          <a:noFill/>
        </p:spPr>
        <p:txBody>
          <a:bodyPr wrap="square" rtlCol="0">
            <a:spAutoFit/>
          </a:bodyPr>
          <a:lstStyle/>
          <a:p>
            <a:r>
              <a:rPr lang="en-US" sz="4800" b="1" dirty="0">
                <a:solidFill>
                  <a:srgbClr val="C55A11"/>
                </a:solidFill>
                <a:latin typeface="Agency FB" panose="020B0503020202020204" pitchFamily="34" charset="0"/>
              </a:rPr>
              <a:t>02</a:t>
            </a:r>
            <a:endParaRPr lang="en-IN" sz="4800" b="1" dirty="0">
              <a:solidFill>
                <a:srgbClr val="C55A11"/>
              </a:solidFill>
              <a:latin typeface="Agency FB" panose="020B0503020202020204" pitchFamily="34" charset="0"/>
            </a:endParaRPr>
          </a:p>
        </p:txBody>
      </p:sp>
      <p:sp>
        <p:nvSpPr>
          <p:cNvPr id="62" name="TextBox 61">
            <a:extLst>
              <a:ext uri="{FF2B5EF4-FFF2-40B4-BE49-F238E27FC236}">
                <a16:creationId xmlns:a16="http://schemas.microsoft.com/office/drawing/2014/main" id="{79682027-1229-9B07-E0AF-E43CC1CCF281}"/>
              </a:ext>
            </a:extLst>
          </p:cNvPr>
          <p:cNvSpPr txBox="1"/>
          <p:nvPr/>
        </p:nvSpPr>
        <p:spPr>
          <a:xfrm>
            <a:off x="8728458" y="2273874"/>
            <a:ext cx="2772531" cy="707886"/>
          </a:xfrm>
          <a:prstGeom prst="rect">
            <a:avLst/>
          </a:prstGeom>
          <a:noFill/>
        </p:spPr>
        <p:txBody>
          <a:bodyPr wrap="square" rtlCol="0">
            <a:spAutoFit/>
          </a:bodyPr>
          <a:lstStyle/>
          <a:p>
            <a:pPr algn="ctr"/>
            <a:r>
              <a:rPr lang="en-US" sz="4000" b="1" dirty="0">
                <a:solidFill>
                  <a:schemeClr val="bg1"/>
                </a:solidFill>
                <a:latin typeface="Tw Cen MT" panose="020B0602020104020603" pitchFamily="34" charset="0"/>
              </a:rPr>
              <a:t>POWERBI</a:t>
            </a:r>
            <a:endParaRPr lang="en-IN" sz="4000" b="1" dirty="0">
              <a:solidFill>
                <a:schemeClr val="bg1"/>
              </a:solidFill>
              <a:latin typeface="Tw Cen MT" panose="020B0602020104020603" pitchFamily="34" charset="0"/>
            </a:endParaRPr>
          </a:p>
        </p:txBody>
      </p:sp>
      <p:sp>
        <p:nvSpPr>
          <p:cNvPr id="63" name="TextBox 62">
            <a:extLst>
              <a:ext uri="{FF2B5EF4-FFF2-40B4-BE49-F238E27FC236}">
                <a16:creationId xmlns:a16="http://schemas.microsoft.com/office/drawing/2014/main" id="{C58CDE52-CEB3-D574-CFD5-087BD9964FC4}"/>
              </a:ext>
            </a:extLst>
          </p:cNvPr>
          <p:cNvSpPr txBox="1"/>
          <p:nvPr/>
        </p:nvSpPr>
        <p:spPr>
          <a:xfrm>
            <a:off x="2874941" y="3875730"/>
            <a:ext cx="845739" cy="830997"/>
          </a:xfrm>
          <a:prstGeom prst="rect">
            <a:avLst/>
          </a:prstGeom>
          <a:noFill/>
        </p:spPr>
        <p:txBody>
          <a:bodyPr wrap="square" rtlCol="0">
            <a:spAutoFit/>
          </a:bodyPr>
          <a:lstStyle/>
          <a:p>
            <a:r>
              <a:rPr lang="en-US" sz="4800" b="1" dirty="0">
                <a:solidFill>
                  <a:srgbClr val="411900"/>
                </a:solidFill>
                <a:latin typeface="Agency FB" panose="020B0503020202020204" pitchFamily="34" charset="0"/>
              </a:rPr>
              <a:t>03</a:t>
            </a:r>
            <a:endParaRPr lang="en-IN" sz="4800" b="1" dirty="0">
              <a:solidFill>
                <a:srgbClr val="411900"/>
              </a:solidFill>
              <a:latin typeface="Agency FB" panose="020B0503020202020204" pitchFamily="34" charset="0"/>
            </a:endParaRPr>
          </a:p>
        </p:txBody>
      </p:sp>
      <p:sp>
        <p:nvSpPr>
          <p:cNvPr id="64" name="TextBox 63">
            <a:extLst>
              <a:ext uri="{FF2B5EF4-FFF2-40B4-BE49-F238E27FC236}">
                <a16:creationId xmlns:a16="http://schemas.microsoft.com/office/drawing/2014/main" id="{DEF00562-7E36-6BE5-BAA2-13438BC40F27}"/>
              </a:ext>
            </a:extLst>
          </p:cNvPr>
          <p:cNvSpPr txBox="1"/>
          <p:nvPr/>
        </p:nvSpPr>
        <p:spPr>
          <a:xfrm>
            <a:off x="2747890" y="4660857"/>
            <a:ext cx="1585282" cy="707886"/>
          </a:xfrm>
          <a:prstGeom prst="rect">
            <a:avLst/>
          </a:prstGeom>
          <a:noFill/>
        </p:spPr>
        <p:txBody>
          <a:bodyPr wrap="square" rtlCol="0">
            <a:spAutoFit/>
          </a:bodyPr>
          <a:lstStyle/>
          <a:p>
            <a:r>
              <a:rPr lang="en-US" sz="4000" b="1" dirty="0">
                <a:solidFill>
                  <a:schemeClr val="bg1"/>
                </a:solidFill>
                <a:latin typeface="Tw Cen MT" panose="020B0602020104020603" pitchFamily="34" charset="0"/>
              </a:rPr>
              <a:t>SQL</a:t>
            </a:r>
            <a:endParaRPr lang="en-IN" sz="4000" b="1" dirty="0">
              <a:solidFill>
                <a:schemeClr val="bg1"/>
              </a:solidFill>
              <a:latin typeface="Tw Cen MT" panose="020B0602020104020603" pitchFamily="34" charset="0"/>
            </a:endParaRPr>
          </a:p>
        </p:txBody>
      </p:sp>
      <p:sp>
        <p:nvSpPr>
          <p:cNvPr id="65" name="TextBox 64">
            <a:extLst>
              <a:ext uri="{FF2B5EF4-FFF2-40B4-BE49-F238E27FC236}">
                <a16:creationId xmlns:a16="http://schemas.microsoft.com/office/drawing/2014/main" id="{7532336E-897A-749F-F041-EB9C8FBE45D1}"/>
              </a:ext>
            </a:extLst>
          </p:cNvPr>
          <p:cNvSpPr txBox="1"/>
          <p:nvPr/>
        </p:nvSpPr>
        <p:spPr>
          <a:xfrm>
            <a:off x="9492367" y="3875443"/>
            <a:ext cx="1474838" cy="830997"/>
          </a:xfrm>
          <a:prstGeom prst="rect">
            <a:avLst/>
          </a:prstGeom>
          <a:noFill/>
        </p:spPr>
        <p:txBody>
          <a:bodyPr wrap="square" rtlCol="0">
            <a:spAutoFit/>
          </a:bodyPr>
          <a:lstStyle/>
          <a:p>
            <a:r>
              <a:rPr lang="en-US" sz="4800" b="1" dirty="0">
                <a:solidFill>
                  <a:srgbClr val="89D1BE"/>
                </a:solidFill>
                <a:latin typeface="Agency FB" panose="020B0503020202020204" pitchFamily="34" charset="0"/>
              </a:rPr>
              <a:t>04</a:t>
            </a:r>
            <a:endParaRPr lang="en-IN" sz="4800" b="1" dirty="0">
              <a:solidFill>
                <a:srgbClr val="89D1BE"/>
              </a:solidFill>
              <a:latin typeface="Agency FB" panose="020B0503020202020204" pitchFamily="34" charset="0"/>
            </a:endParaRPr>
          </a:p>
        </p:txBody>
      </p:sp>
      <p:sp>
        <p:nvSpPr>
          <p:cNvPr id="66" name="TextBox 65">
            <a:extLst>
              <a:ext uri="{FF2B5EF4-FFF2-40B4-BE49-F238E27FC236}">
                <a16:creationId xmlns:a16="http://schemas.microsoft.com/office/drawing/2014/main" id="{23A2A1EB-DE3D-F697-0C6C-DA9FA21A371F}"/>
              </a:ext>
            </a:extLst>
          </p:cNvPr>
          <p:cNvSpPr txBox="1"/>
          <p:nvPr/>
        </p:nvSpPr>
        <p:spPr>
          <a:xfrm>
            <a:off x="8930714" y="4658843"/>
            <a:ext cx="2929850" cy="707886"/>
          </a:xfrm>
          <a:prstGeom prst="rect">
            <a:avLst/>
          </a:prstGeom>
          <a:noFill/>
        </p:spPr>
        <p:txBody>
          <a:bodyPr wrap="square" rtlCol="0">
            <a:spAutoFit/>
          </a:bodyPr>
          <a:lstStyle/>
          <a:p>
            <a:r>
              <a:rPr lang="en-US" sz="4000" b="1" dirty="0">
                <a:solidFill>
                  <a:schemeClr val="bg1"/>
                </a:solidFill>
                <a:latin typeface="Tw Cen MT" panose="020B0602020104020603" pitchFamily="34" charset="0"/>
              </a:rPr>
              <a:t>TABLEAU</a:t>
            </a:r>
            <a:endParaRPr lang="en-IN" sz="4000" b="1" dirty="0">
              <a:solidFill>
                <a:schemeClr val="bg1"/>
              </a:solidFill>
              <a:latin typeface="Tw Cen MT" panose="020B0602020104020603" pitchFamily="34" charset="0"/>
            </a:endParaRPr>
          </a:p>
        </p:txBody>
      </p:sp>
    </p:spTree>
    <p:extLst>
      <p:ext uri="{BB962C8B-B14F-4D97-AF65-F5344CB8AC3E}">
        <p14:creationId xmlns:p14="http://schemas.microsoft.com/office/powerpoint/2010/main" val="2008466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rrow: Pentagon 5">
            <a:extLst>
              <a:ext uri="{FF2B5EF4-FFF2-40B4-BE49-F238E27FC236}">
                <a16:creationId xmlns:a16="http://schemas.microsoft.com/office/drawing/2014/main" id="{5BA4729D-AB5A-3D0A-25F7-C3AC71DECD65}"/>
              </a:ext>
            </a:extLst>
          </p:cNvPr>
          <p:cNvSpPr/>
          <p:nvPr/>
        </p:nvSpPr>
        <p:spPr>
          <a:xfrm>
            <a:off x="0" y="1120882"/>
            <a:ext cx="6695768" cy="400110"/>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725A40D4-74B2-E497-2B72-1A0902A376A1}"/>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778" b="89778" l="5333" r="89778">
                        <a14:foregroundMark x1="8444" y1="45778" x2="11111" y2="63556"/>
                        <a14:foregroundMark x1="12000" y1="44444" x2="12000" y2="41778"/>
                        <a14:foregroundMark x1="12889" y1="41333" x2="12000" y2="41333"/>
                        <a14:foregroundMark x1="12000" y1="41778" x2="12889" y2="42222"/>
                        <a14:foregroundMark x1="12889" y1="41333" x2="13333" y2="42667"/>
                        <a14:foregroundMark x1="10222" y1="45778" x2="10222" y2="45778"/>
                        <a14:foregroundMark x1="10667" y1="44889" x2="7556" y2="67111"/>
                        <a14:foregroundMark x1="7556" y1="67111" x2="9333" y2="68889"/>
                        <a14:foregroundMark x1="8444" y1="45778" x2="5333" y2="62222"/>
                        <a14:foregroundMark x1="49333" y1="46667" x2="49333" y2="51111"/>
                        <a14:foregroundMark x1="8444" y1="48000" x2="13778" y2="39556"/>
                        <a14:foregroundMark x1="63556" y1="25778" x2="77333" y2="38667"/>
                        <a14:foregroundMark x1="58222" y1="28444" x2="78667" y2="39556"/>
                        <a14:foregroundMark x1="78667" y1="39556" x2="68444" y2="36000"/>
                        <a14:foregroundMark x1="58667" y1="46222" x2="63111" y2="39556"/>
                        <a14:foregroundMark x1="67111" y1="35111" x2="81778" y2="22667"/>
                        <a14:foregroundMark x1="81778" y1="22667" x2="81778" y2="22667"/>
                        <a14:foregroundMark x1="74222" y1="26222" x2="81333" y2="21778"/>
                      </a14:backgroundRemoval>
                    </a14:imgEffect>
                  </a14:imgLayer>
                </a14:imgProps>
              </a:ext>
              <a:ext uri="{28A0092B-C50C-407E-A947-70E740481C1C}">
                <a14:useLocalDpi xmlns:a14="http://schemas.microsoft.com/office/drawing/2010/main" val="0"/>
              </a:ext>
            </a:extLst>
          </a:blip>
          <a:stretch>
            <a:fillRect/>
          </a:stretch>
        </p:blipFill>
        <p:spPr>
          <a:xfrm>
            <a:off x="11587283" y="7063"/>
            <a:ext cx="589286" cy="589286"/>
          </a:xfrm>
          <a:prstGeom prst="rect">
            <a:avLst/>
          </a:prstGeom>
        </p:spPr>
      </p:pic>
      <p:sp>
        <p:nvSpPr>
          <p:cNvPr id="2" name="TextBox 1">
            <a:extLst>
              <a:ext uri="{FF2B5EF4-FFF2-40B4-BE49-F238E27FC236}">
                <a16:creationId xmlns:a16="http://schemas.microsoft.com/office/drawing/2014/main" id="{B0CEF8CF-C667-D6AF-FB1F-9DBF8953A4E4}"/>
              </a:ext>
            </a:extLst>
          </p:cNvPr>
          <p:cNvSpPr txBox="1"/>
          <p:nvPr/>
        </p:nvSpPr>
        <p:spPr>
          <a:xfrm>
            <a:off x="147483" y="169253"/>
            <a:ext cx="6184491" cy="461665"/>
          </a:xfrm>
          <a:prstGeom prst="rect">
            <a:avLst/>
          </a:prstGeom>
          <a:noFill/>
        </p:spPr>
        <p:txBody>
          <a:bodyPr wrap="square" rtlCol="0">
            <a:spAutoFit/>
          </a:bodyPr>
          <a:lstStyle/>
          <a:p>
            <a:r>
              <a:rPr lang="en-IN" sz="2400" b="1" dirty="0"/>
              <a:t>Project Team Overview</a:t>
            </a:r>
          </a:p>
        </p:txBody>
      </p:sp>
      <p:sp>
        <p:nvSpPr>
          <p:cNvPr id="11" name="TextBox 10">
            <a:extLst>
              <a:ext uri="{FF2B5EF4-FFF2-40B4-BE49-F238E27FC236}">
                <a16:creationId xmlns:a16="http://schemas.microsoft.com/office/drawing/2014/main" id="{235BE388-6AB8-9D3E-6425-4205751BC01A}"/>
              </a:ext>
            </a:extLst>
          </p:cNvPr>
          <p:cNvSpPr txBox="1"/>
          <p:nvPr/>
        </p:nvSpPr>
        <p:spPr>
          <a:xfrm>
            <a:off x="167148" y="1137135"/>
            <a:ext cx="3052912" cy="369332"/>
          </a:xfrm>
          <a:prstGeom prst="rect">
            <a:avLst/>
          </a:prstGeom>
          <a:noFill/>
        </p:spPr>
        <p:txBody>
          <a:bodyPr wrap="square" rtlCol="0">
            <a:spAutoFit/>
          </a:bodyPr>
          <a:lstStyle/>
          <a:p>
            <a:r>
              <a:rPr lang="en-IN" b="1" dirty="0">
                <a:solidFill>
                  <a:schemeClr val="bg2"/>
                </a:solidFill>
              </a:rPr>
              <a:t>Team Members</a:t>
            </a:r>
          </a:p>
        </p:txBody>
      </p:sp>
      <p:sp>
        <p:nvSpPr>
          <p:cNvPr id="39" name="Arrow: Pentagon 38">
            <a:extLst>
              <a:ext uri="{FF2B5EF4-FFF2-40B4-BE49-F238E27FC236}">
                <a16:creationId xmlns:a16="http://schemas.microsoft.com/office/drawing/2014/main" id="{71ED89E8-96D8-3DBB-6C94-139FF4D5B03F}"/>
              </a:ext>
            </a:extLst>
          </p:cNvPr>
          <p:cNvSpPr/>
          <p:nvPr/>
        </p:nvSpPr>
        <p:spPr>
          <a:xfrm>
            <a:off x="-14747" y="4921059"/>
            <a:ext cx="6695768" cy="400110"/>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TextBox 39">
            <a:extLst>
              <a:ext uri="{FF2B5EF4-FFF2-40B4-BE49-F238E27FC236}">
                <a16:creationId xmlns:a16="http://schemas.microsoft.com/office/drawing/2014/main" id="{E322073F-CBB0-FF15-104B-4837D2F17A13}"/>
              </a:ext>
            </a:extLst>
          </p:cNvPr>
          <p:cNvSpPr txBox="1"/>
          <p:nvPr/>
        </p:nvSpPr>
        <p:spPr>
          <a:xfrm>
            <a:off x="152401" y="4937312"/>
            <a:ext cx="3052912" cy="369332"/>
          </a:xfrm>
          <a:prstGeom prst="rect">
            <a:avLst/>
          </a:prstGeom>
          <a:noFill/>
        </p:spPr>
        <p:txBody>
          <a:bodyPr wrap="square" rtlCol="0">
            <a:spAutoFit/>
          </a:bodyPr>
          <a:lstStyle/>
          <a:p>
            <a:r>
              <a:rPr lang="en-IN" b="1" dirty="0">
                <a:solidFill>
                  <a:schemeClr val="bg2"/>
                </a:solidFill>
              </a:rPr>
              <a:t>Team’s Goal</a:t>
            </a:r>
          </a:p>
        </p:txBody>
      </p:sp>
      <p:sp>
        <p:nvSpPr>
          <p:cNvPr id="42" name="TextBox 41">
            <a:extLst>
              <a:ext uri="{FF2B5EF4-FFF2-40B4-BE49-F238E27FC236}">
                <a16:creationId xmlns:a16="http://schemas.microsoft.com/office/drawing/2014/main" id="{C607C90B-8446-4FBE-C7AA-227BD19B1D1A}"/>
              </a:ext>
            </a:extLst>
          </p:cNvPr>
          <p:cNvSpPr txBox="1"/>
          <p:nvPr/>
        </p:nvSpPr>
        <p:spPr>
          <a:xfrm>
            <a:off x="144685" y="5457781"/>
            <a:ext cx="11300063" cy="338554"/>
          </a:xfrm>
          <a:prstGeom prst="rect">
            <a:avLst/>
          </a:prstGeom>
          <a:noFill/>
        </p:spPr>
        <p:txBody>
          <a:bodyPr wrap="square">
            <a:spAutoFit/>
          </a:bodyPr>
          <a:lstStyle/>
          <a:p>
            <a:pPr marL="285750" indent="-285750">
              <a:buClr>
                <a:srgbClr val="04827C"/>
              </a:buClr>
              <a:buFont typeface="Wingdings" panose="05000000000000000000" pitchFamily="2" charset="2"/>
              <a:buChar char="v"/>
            </a:pPr>
            <a:r>
              <a:rPr lang="en-US" sz="1600" dirty="0"/>
              <a:t>Creating a comprehensive dashboard covering multiple KPIs using Excel, Tableau, Power BI, and MySQL</a:t>
            </a:r>
            <a:endParaRPr lang="en-IN" sz="1600" dirty="0"/>
          </a:p>
        </p:txBody>
      </p:sp>
      <p:grpSp>
        <p:nvGrpSpPr>
          <p:cNvPr id="15" name="Group 14">
            <a:extLst>
              <a:ext uri="{FF2B5EF4-FFF2-40B4-BE49-F238E27FC236}">
                <a16:creationId xmlns:a16="http://schemas.microsoft.com/office/drawing/2014/main" id="{1F1A3753-EE92-C58D-20C4-35AFBCCDBA07}"/>
              </a:ext>
            </a:extLst>
          </p:cNvPr>
          <p:cNvGrpSpPr/>
          <p:nvPr/>
        </p:nvGrpSpPr>
        <p:grpSpPr>
          <a:xfrm>
            <a:off x="75140" y="1666456"/>
            <a:ext cx="1927841" cy="1142271"/>
            <a:chOff x="75140" y="1666456"/>
            <a:chExt cx="1927841" cy="1142271"/>
          </a:xfrm>
        </p:grpSpPr>
        <p:pic>
          <p:nvPicPr>
            <p:cNvPr id="20" name="Graphic 19" descr="Male profile with solid fill">
              <a:extLst>
                <a:ext uri="{FF2B5EF4-FFF2-40B4-BE49-F238E27FC236}">
                  <a16:creationId xmlns:a16="http://schemas.microsoft.com/office/drawing/2014/main" id="{1A97B46F-2210-05D1-3B66-A3013896BD4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2054" y="1666456"/>
              <a:ext cx="914400" cy="914400"/>
            </a:xfrm>
            <a:prstGeom prst="rect">
              <a:avLst/>
            </a:prstGeom>
          </p:spPr>
        </p:pic>
        <p:sp>
          <p:nvSpPr>
            <p:cNvPr id="3" name="Rectangle: Rounded Corners 2">
              <a:extLst>
                <a:ext uri="{FF2B5EF4-FFF2-40B4-BE49-F238E27FC236}">
                  <a16:creationId xmlns:a16="http://schemas.microsoft.com/office/drawing/2014/main" id="{CACBF613-0A8F-2F25-FE54-720C2BB9BDFC}"/>
                </a:ext>
              </a:extLst>
            </p:cNvPr>
            <p:cNvSpPr/>
            <p:nvPr/>
          </p:nvSpPr>
          <p:spPr>
            <a:xfrm>
              <a:off x="152401" y="2448283"/>
              <a:ext cx="1807010" cy="345937"/>
            </a:xfrm>
            <a:prstGeom prst="roundRect">
              <a:avLst/>
            </a:prstGeom>
            <a:ln w="19050">
              <a:solidFill>
                <a:srgbClr val="04827C"/>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28" name="TextBox 27">
              <a:extLst>
                <a:ext uri="{FF2B5EF4-FFF2-40B4-BE49-F238E27FC236}">
                  <a16:creationId xmlns:a16="http://schemas.microsoft.com/office/drawing/2014/main" id="{F5DEEA2A-29FD-121C-0DD8-66792D63C36B}"/>
                </a:ext>
              </a:extLst>
            </p:cNvPr>
            <p:cNvSpPr txBox="1"/>
            <p:nvPr/>
          </p:nvSpPr>
          <p:spPr>
            <a:xfrm>
              <a:off x="75140" y="2470173"/>
              <a:ext cx="1927841" cy="338554"/>
            </a:xfrm>
            <a:prstGeom prst="rect">
              <a:avLst/>
            </a:prstGeom>
            <a:noFill/>
          </p:spPr>
          <p:txBody>
            <a:bodyPr wrap="square">
              <a:spAutoFit/>
            </a:bodyPr>
            <a:lstStyle/>
            <a:p>
              <a:pPr algn="ctr" fontAlgn="b"/>
              <a:r>
                <a:rPr lang="en-IN" sz="1600" dirty="0"/>
                <a:t> </a:t>
              </a:r>
              <a:r>
                <a:rPr lang="en-IN" sz="1600" b="1" dirty="0"/>
                <a:t>Aniket Kumar Singh</a:t>
              </a:r>
            </a:p>
          </p:txBody>
        </p:sp>
      </p:grpSp>
      <p:grpSp>
        <p:nvGrpSpPr>
          <p:cNvPr id="21" name="Group 20">
            <a:extLst>
              <a:ext uri="{FF2B5EF4-FFF2-40B4-BE49-F238E27FC236}">
                <a16:creationId xmlns:a16="http://schemas.microsoft.com/office/drawing/2014/main" id="{EF2476A2-C287-74F7-B208-F8FB933FD220}"/>
              </a:ext>
            </a:extLst>
          </p:cNvPr>
          <p:cNvGrpSpPr/>
          <p:nvPr/>
        </p:nvGrpSpPr>
        <p:grpSpPr>
          <a:xfrm>
            <a:off x="2803597" y="1671370"/>
            <a:ext cx="1927841" cy="1142271"/>
            <a:chOff x="75140" y="1666456"/>
            <a:chExt cx="1927841" cy="1142271"/>
          </a:xfrm>
        </p:grpSpPr>
        <p:pic>
          <p:nvPicPr>
            <p:cNvPr id="27" name="Graphic 26" descr="Male profile with solid fill">
              <a:extLst>
                <a:ext uri="{FF2B5EF4-FFF2-40B4-BE49-F238E27FC236}">
                  <a16:creationId xmlns:a16="http://schemas.microsoft.com/office/drawing/2014/main" id="{D31074DC-8B82-12C2-4B08-BAE8A17007D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2054" y="1666456"/>
              <a:ext cx="914400" cy="914400"/>
            </a:xfrm>
            <a:prstGeom prst="rect">
              <a:avLst/>
            </a:prstGeom>
          </p:spPr>
        </p:pic>
        <p:sp>
          <p:nvSpPr>
            <p:cNvPr id="29" name="Rectangle: Rounded Corners 28">
              <a:extLst>
                <a:ext uri="{FF2B5EF4-FFF2-40B4-BE49-F238E27FC236}">
                  <a16:creationId xmlns:a16="http://schemas.microsoft.com/office/drawing/2014/main" id="{B28CCB96-9D8F-0BDC-81D8-B552F4F616C4}"/>
                </a:ext>
              </a:extLst>
            </p:cNvPr>
            <p:cNvSpPr/>
            <p:nvPr/>
          </p:nvSpPr>
          <p:spPr>
            <a:xfrm>
              <a:off x="152401" y="2448283"/>
              <a:ext cx="1807010" cy="345937"/>
            </a:xfrm>
            <a:prstGeom prst="roundRect">
              <a:avLst/>
            </a:prstGeom>
            <a:ln w="19050">
              <a:solidFill>
                <a:srgbClr val="04827C"/>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31" name="TextBox 30">
              <a:extLst>
                <a:ext uri="{FF2B5EF4-FFF2-40B4-BE49-F238E27FC236}">
                  <a16:creationId xmlns:a16="http://schemas.microsoft.com/office/drawing/2014/main" id="{2854FC9C-E22B-589B-8AD2-AC0FD38C9567}"/>
                </a:ext>
              </a:extLst>
            </p:cNvPr>
            <p:cNvSpPr txBox="1"/>
            <p:nvPr/>
          </p:nvSpPr>
          <p:spPr>
            <a:xfrm>
              <a:off x="75140" y="2470173"/>
              <a:ext cx="1927841" cy="338554"/>
            </a:xfrm>
            <a:prstGeom prst="rect">
              <a:avLst/>
            </a:prstGeom>
            <a:noFill/>
          </p:spPr>
          <p:txBody>
            <a:bodyPr wrap="square">
              <a:spAutoFit/>
            </a:bodyPr>
            <a:lstStyle/>
            <a:p>
              <a:pPr algn="ctr" rtl="0" eaLnBrk="1" fontAlgn="b" latinLnBrk="0" hangingPunct="1">
                <a:spcBef>
                  <a:spcPts val="0"/>
                </a:spcBef>
                <a:spcAft>
                  <a:spcPts val="0"/>
                </a:spcAft>
              </a:pPr>
              <a:r>
                <a:rPr lang="en-IN" sz="1600" b="1" dirty="0"/>
                <a:t>Karan Jasutkar </a:t>
              </a:r>
              <a:endParaRPr lang="en-IN" sz="1600" b="1" i="0" u="none" strike="noStrike" kern="1200" dirty="0">
                <a:effectLst/>
                <a:latin typeface="Calibri" panose="020F0502020204030204" pitchFamily="34" charset="0"/>
              </a:endParaRPr>
            </a:p>
          </p:txBody>
        </p:sp>
      </p:grpSp>
      <p:grpSp>
        <p:nvGrpSpPr>
          <p:cNvPr id="33" name="Group 32">
            <a:extLst>
              <a:ext uri="{FF2B5EF4-FFF2-40B4-BE49-F238E27FC236}">
                <a16:creationId xmlns:a16="http://schemas.microsoft.com/office/drawing/2014/main" id="{B58FEF41-3B3E-2AE3-61E2-73135327C297}"/>
              </a:ext>
            </a:extLst>
          </p:cNvPr>
          <p:cNvGrpSpPr/>
          <p:nvPr/>
        </p:nvGrpSpPr>
        <p:grpSpPr>
          <a:xfrm>
            <a:off x="70228" y="2890579"/>
            <a:ext cx="1927841" cy="1142271"/>
            <a:chOff x="75140" y="1666456"/>
            <a:chExt cx="1927841" cy="1142271"/>
          </a:xfrm>
        </p:grpSpPr>
        <p:pic>
          <p:nvPicPr>
            <p:cNvPr id="35" name="Graphic 34" descr="Male profile with solid fill">
              <a:extLst>
                <a:ext uri="{FF2B5EF4-FFF2-40B4-BE49-F238E27FC236}">
                  <a16:creationId xmlns:a16="http://schemas.microsoft.com/office/drawing/2014/main" id="{FE8C0878-74CB-D8C0-5C24-E1DE5289DA9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2054" y="1666456"/>
              <a:ext cx="914400" cy="914400"/>
            </a:xfrm>
            <a:prstGeom prst="rect">
              <a:avLst/>
            </a:prstGeom>
          </p:spPr>
        </p:pic>
        <p:sp>
          <p:nvSpPr>
            <p:cNvPr id="37" name="Rectangle: Rounded Corners 36">
              <a:extLst>
                <a:ext uri="{FF2B5EF4-FFF2-40B4-BE49-F238E27FC236}">
                  <a16:creationId xmlns:a16="http://schemas.microsoft.com/office/drawing/2014/main" id="{A48A9D52-A835-BF87-11F9-C08150D4F8ED}"/>
                </a:ext>
              </a:extLst>
            </p:cNvPr>
            <p:cNvSpPr/>
            <p:nvPr/>
          </p:nvSpPr>
          <p:spPr>
            <a:xfrm>
              <a:off x="152401" y="2448283"/>
              <a:ext cx="1807010" cy="345937"/>
            </a:xfrm>
            <a:prstGeom prst="roundRect">
              <a:avLst/>
            </a:prstGeom>
            <a:ln w="19050">
              <a:solidFill>
                <a:srgbClr val="04827C"/>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41" name="TextBox 40">
              <a:extLst>
                <a:ext uri="{FF2B5EF4-FFF2-40B4-BE49-F238E27FC236}">
                  <a16:creationId xmlns:a16="http://schemas.microsoft.com/office/drawing/2014/main" id="{6DA1D9A4-EA50-15C7-22BA-220C73547023}"/>
                </a:ext>
              </a:extLst>
            </p:cNvPr>
            <p:cNvSpPr txBox="1"/>
            <p:nvPr/>
          </p:nvSpPr>
          <p:spPr>
            <a:xfrm>
              <a:off x="75140" y="2470173"/>
              <a:ext cx="1927841" cy="338554"/>
            </a:xfrm>
            <a:prstGeom prst="rect">
              <a:avLst/>
            </a:prstGeom>
            <a:noFill/>
          </p:spPr>
          <p:txBody>
            <a:bodyPr wrap="square">
              <a:spAutoFit/>
            </a:bodyPr>
            <a:lstStyle/>
            <a:p>
              <a:pPr algn="ctr" rtl="0" eaLnBrk="1" fontAlgn="b" latinLnBrk="0" hangingPunct="1">
                <a:spcBef>
                  <a:spcPts val="0"/>
                </a:spcBef>
                <a:spcAft>
                  <a:spcPts val="0"/>
                </a:spcAft>
              </a:pPr>
              <a:r>
                <a:rPr lang="en-IN" sz="1600" b="1" dirty="0"/>
                <a:t>Mohamad shafi </a:t>
              </a:r>
              <a:endParaRPr lang="en-IN" sz="1600" b="1" i="0" u="none" strike="noStrike" kern="1200" dirty="0">
                <a:effectLst/>
                <a:latin typeface="Calibri" panose="020F0502020204030204" pitchFamily="34" charset="0"/>
              </a:endParaRPr>
            </a:p>
          </p:txBody>
        </p:sp>
      </p:grpSp>
      <p:grpSp>
        <p:nvGrpSpPr>
          <p:cNvPr id="43" name="Group 42">
            <a:extLst>
              <a:ext uri="{FF2B5EF4-FFF2-40B4-BE49-F238E27FC236}">
                <a16:creationId xmlns:a16="http://schemas.microsoft.com/office/drawing/2014/main" id="{51C46A13-4B3B-086D-4A63-B05D66D10BC8}"/>
              </a:ext>
            </a:extLst>
          </p:cNvPr>
          <p:cNvGrpSpPr/>
          <p:nvPr/>
        </p:nvGrpSpPr>
        <p:grpSpPr>
          <a:xfrm>
            <a:off x="2803597" y="2880744"/>
            <a:ext cx="1927841" cy="1127764"/>
            <a:chOff x="75137" y="1666456"/>
            <a:chExt cx="1927841" cy="1127764"/>
          </a:xfrm>
        </p:grpSpPr>
        <p:pic>
          <p:nvPicPr>
            <p:cNvPr id="44" name="Graphic 43" descr="Male profile with solid fill">
              <a:extLst>
                <a:ext uri="{FF2B5EF4-FFF2-40B4-BE49-F238E27FC236}">
                  <a16:creationId xmlns:a16="http://schemas.microsoft.com/office/drawing/2014/main" id="{2D2C6F88-542C-4A78-EFD2-F84F163B6DA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2054" y="1666456"/>
              <a:ext cx="914400" cy="914400"/>
            </a:xfrm>
            <a:prstGeom prst="rect">
              <a:avLst/>
            </a:prstGeom>
          </p:spPr>
        </p:pic>
        <p:sp>
          <p:nvSpPr>
            <p:cNvPr id="45" name="Rectangle: Rounded Corners 44">
              <a:extLst>
                <a:ext uri="{FF2B5EF4-FFF2-40B4-BE49-F238E27FC236}">
                  <a16:creationId xmlns:a16="http://schemas.microsoft.com/office/drawing/2014/main" id="{7ABBFE14-20A2-C471-E1DA-4C84972EA223}"/>
                </a:ext>
              </a:extLst>
            </p:cNvPr>
            <p:cNvSpPr/>
            <p:nvPr/>
          </p:nvSpPr>
          <p:spPr>
            <a:xfrm>
              <a:off x="75137" y="2448283"/>
              <a:ext cx="1927841" cy="345937"/>
            </a:xfrm>
            <a:prstGeom prst="roundRect">
              <a:avLst/>
            </a:prstGeom>
            <a:ln w="19050">
              <a:solidFill>
                <a:srgbClr val="04827C"/>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Ch Jayant</a:t>
              </a:r>
            </a:p>
          </p:txBody>
        </p:sp>
      </p:grpSp>
      <p:grpSp>
        <p:nvGrpSpPr>
          <p:cNvPr id="47" name="Group 46">
            <a:extLst>
              <a:ext uri="{FF2B5EF4-FFF2-40B4-BE49-F238E27FC236}">
                <a16:creationId xmlns:a16="http://schemas.microsoft.com/office/drawing/2014/main" id="{D1F26E05-48E4-BCA6-A49E-9A5648C322B6}"/>
              </a:ext>
            </a:extLst>
          </p:cNvPr>
          <p:cNvGrpSpPr/>
          <p:nvPr/>
        </p:nvGrpSpPr>
        <p:grpSpPr>
          <a:xfrm>
            <a:off x="5576293" y="1671376"/>
            <a:ext cx="1927841" cy="1142271"/>
            <a:chOff x="75140" y="1666456"/>
            <a:chExt cx="1927841" cy="1142271"/>
          </a:xfrm>
        </p:grpSpPr>
        <p:pic>
          <p:nvPicPr>
            <p:cNvPr id="48" name="Graphic 47" descr="Male profile with solid fill">
              <a:extLst>
                <a:ext uri="{FF2B5EF4-FFF2-40B4-BE49-F238E27FC236}">
                  <a16:creationId xmlns:a16="http://schemas.microsoft.com/office/drawing/2014/main" id="{96FDA0FD-5A5D-0456-5F2E-E5762818B18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2054" y="1666456"/>
              <a:ext cx="914400" cy="914400"/>
            </a:xfrm>
            <a:prstGeom prst="rect">
              <a:avLst/>
            </a:prstGeom>
          </p:spPr>
        </p:pic>
        <p:sp>
          <p:nvSpPr>
            <p:cNvPr id="49" name="Rectangle: Rounded Corners 48">
              <a:extLst>
                <a:ext uri="{FF2B5EF4-FFF2-40B4-BE49-F238E27FC236}">
                  <a16:creationId xmlns:a16="http://schemas.microsoft.com/office/drawing/2014/main" id="{8BFB43CD-21F1-7AA5-43EF-6C44FEEAB40F}"/>
                </a:ext>
              </a:extLst>
            </p:cNvPr>
            <p:cNvSpPr/>
            <p:nvPr/>
          </p:nvSpPr>
          <p:spPr>
            <a:xfrm>
              <a:off x="152401" y="2448283"/>
              <a:ext cx="1807010" cy="345937"/>
            </a:xfrm>
            <a:prstGeom prst="roundRect">
              <a:avLst/>
            </a:prstGeom>
            <a:ln w="19050">
              <a:solidFill>
                <a:srgbClr val="04827C"/>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50" name="TextBox 49">
              <a:extLst>
                <a:ext uri="{FF2B5EF4-FFF2-40B4-BE49-F238E27FC236}">
                  <a16:creationId xmlns:a16="http://schemas.microsoft.com/office/drawing/2014/main" id="{2FFB672E-A157-5601-FBEF-8F5DEC71F17B}"/>
                </a:ext>
              </a:extLst>
            </p:cNvPr>
            <p:cNvSpPr txBox="1"/>
            <p:nvPr/>
          </p:nvSpPr>
          <p:spPr>
            <a:xfrm>
              <a:off x="75140" y="2470173"/>
              <a:ext cx="1927841" cy="338554"/>
            </a:xfrm>
            <a:prstGeom prst="rect">
              <a:avLst/>
            </a:prstGeom>
            <a:noFill/>
          </p:spPr>
          <p:txBody>
            <a:bodyPr wrap="square">
              <a:spAutoFit/>
            </a:bodyPr>
            <a:lstStyle/>
            <a:p>
              <a:pPr algn="ctr" rtl="0" eaLnBrk="1" fontAlgn="b" latinLnBrk="0" hangingPunct="1">
                <a:spcBef>
                  <a:spcPts val="0"/>
                </a:spcBef>
                <a:spcAft>
                  <a:spcPts val="0"/>
                </a:spcAft>
              </a:pPr>
              <a:r>
                <a:rPr lang="en-IN" sz="1600" b="1" dirty="0"/>
                <a:t>P</a:t>
              </a:r>
              <a:r>
                <a:rPr lang="en-IO" sz="1600" b="1" dirty="0"/>
                <a:t>alem naresh</a:t>
              </a:r>
              <a:endParaRPr lang="en-IN" sz="1600" b="1" i="0" u="none" strike="noStrike" kern="1200" dirty="0">
                <a:effectLst/>
                <a:latin typeface="Calibri" panose="020F0502020204030204" pitchFamily="34" charset="0"/>
              </a:endParaRPr>
            </a:p>
          </p:txBody>
        </p:sp>
      </p:grpSp>
      <p:pic>
        <p:nvPicPr>
          <p:cNvPr id="10" name="Picture 9">
            <a:extLst>
              <a:ext uri="{FF2B5EF4-FFF2-40B4-BE49-F238E27FC236}">
                <a16:creationId xmlns:a16="http://schemas.microsoft.com/office/drawing/2014/main" id="{EA8BB59C-CEDF-F3CE-3E8D-0953F460E479}"/>
              </a:ext>
            </a:extLst>
          </p:cNvPr>
          <p:cNvPicPr>
            <a:picLocks noChangeAspect="1"/>
          </p:cNvPicPr>
          <p:nvPr/>
        </p:nvPicPr>
        <p:blipFill>
          <a:blip r:embed="rId6">
            <a:alphaModFix amt="85000"/>
            <a:extLst>
              <a:ext uri="{BEBA8EAE-BF5A-486C-A8C5-ECC9F3942E4B}">
                <a14:imgProps xmlns:a14="http://schemas.microsoft.com/office/drawing/2010/main">
                  <a14:imgLayer r:embed="rId7">
                    <a14:imgEffect>
                      <a14:saturation sat="300000"/>
                    </a14:imgEffect>
                  </a14:imgLayer>
                </a14:imgProps>
              </a:ext>
              <a:ext uri="{28A0092B-C50C-407E-A947-70E740481C1C}">
                <a14:useLocalDpi xmlns:a14="http://schemas.microsoft.com/office/drawing/2010/main" val="0"/>
              </a:ext>
            </a:extLst>
          </a:blip>
          <a:srcRect r="33908"/>
          <a:stretch/>
        </p:blipFill>
        <p:spPr>
          <a:xfrm>
            <a:off x="6691148" y="223037"/>
            <a:ext cx="5510500" cy="6500084"/>
          </a:xfrm>
          <a:prstGeom prst="rect">
            <a:avLst/>
          </a:prstGeom>
        </p:spPr>
      </p:pic>
      <p:grpSp>
        <p:nvGrpSpPr>
          <p:cNvPr id="56" name="Group 55">
            <a:extLst>
              <a:ext uri="{FF2B5EF4-FFF2-40B4-BE49-F238E27FC236}">
                <a16:creationId xmlns:a16="http://schemas.microsoft.com/office/drawing/2014/main" id="{8B44004C-7517-3C56-6974-79B00A316DD6}"/>
              </a:ext>
            </a:extLst>
          </p:cNvPr>
          <p:cNvGrpSpPr/>
          <p:nvPr/>
        </p:nvGrpSpPr>
        <p:grpSpPr>
          <a:xfrm>
            <a:off x="5593138" y="3590186"/>
            <a:ext cx="1927841" cy="492443"/>
            <a:chOff x="77231" y="2370987"/>
            <a:chExt cx="1927841" cy="492443"/>
          </a:xfrm>
        </p:grpSpPr>
        <p:sp>
          <p:nvSpPr>
            <p:cNvPr id="58" name="Rectangle: Rounded Corners 57">
              <a:extLst>
                <a:ext uri="{FF2B5EF4-FFF2-40B4-BE49-F238E27FC236}">
                  <a16:creationId xmlns:a16="http://schemas.microsoft.com/office/drawing/2014/main" id="{F5F4414C-0EC3-90B4-4A9B-0062832684D6}"/>
                </a:ext>
              </a:extLst>
            </p:cNvPr>
            <p:cNvSpPr/>
            <p:nvPr/>
          </p:nvSpPr>
          <p:spPr>
            <a:xfrm>
              <a:off x="152401" y="2448283"/>
              <a:ext cx="1807010" cy="345937"/>
            </a:xfrm>
            <a:prstGeom prst="roundRect">
              <a:avLst/>
            </a:prstGeom>
            <a:ln w="19050">
              <a:solidFill>
                <a:srgbClr val="04827C"/>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59" name="TextBox 58">
              <a:extLst>
                <a:ext uri="{FF2B5EF4-FFF2-40B4-BE49-F238E27FC236}">
                  <a16:creationId xmlns:a16="http://schemas.microsoft.com/office/drawing/2014/main" id="{37B7B9F6-51FC-22D4-1DD0-C99DB3AB6C0C}"/>
                </a:ext>
              </a:extLst>
            </p:cNvPr>
            <p:cNvSpPr txBox="1"/>
            <p:nvPr/>
          </p:nvSpPr>
          <p:spPr>
            <a:xfrm>
              <a:off x="77231" y="2370987"/>
              <a:ext cx="1927841" cy="492443"/>
            </a:xfrm>
            <a:prstGeom prst="rect">
              <a:avLst/>
            </a:prstGeom>
            <a:noFill/>
          </p:spPr>
          <p:txBody>
            <a:bodyPr wrap="square">
              <a:spAutoFit/>
            </a:bodyPr>
            <a:lstStyle/>
            <a:p>
              <a:pPr algn="ctr" rtl="0" eaLnBrk="1" fontAlgn="b" latinLnBrk="0" hangingPunct="1">
                <a:spcBef>
                  <a:spcPts val="0"/>
                </a:spcBef>
                <a:spcAft>
                  <a:spcPts val="0"/>
                </a:spcAft>
              </a:pPr>
              <a:r>
                <a:rPr lang="en-IN" sz="1400" dirty="0"/>
                <a:t> </a:t>
              </a:r>
              <a:r>
                <a:rPr lang="en-IN" sz="1400" b="1" dirty="0"/>
                <a:t>Jarugumalli Kasi</a:t>
              </a:r>
              <a:r>
                <a:rPr lang="en-IO" sz="1400" b="1" dirty="0"/>
                <a:t> </a:t>
              </a:r>
              <a:r>
                <a:rPr lang="en-IN" sz="1200" b="1" dirty="0"/>
                <a:t>Viswanadh</a:t>
              </a:r>
              <a:endParaRPr lang="en-IN" sz="1200" b="1" i="0" u="none" strike="noStrike" kern="1200" dirty="0">
                <a:effectLst/>
                <a:latin typeface="Calibri" panose="020F0502020204030204" pitchFamily="34" charset="0"/>
              </a:endParaRPr>
            </a:p>
          </p:txBody>
        </p:sp>
      </p:grpSp>
      <p:pic>
        <p:nvPicPr>
          <p:cNvPr id="7" name="Graphic 6" descr="Male profile with solid fill">
            <a:extLst>
              <a:ext uri="{FF2B5EF4-FFF2-40B4-BE49-F238E27FC236}">
                <a16:creationId xmlns:a16="http://schemas.microsoft.com/office/drawing/2014/main" id="{EE2AD111-C63B-2CCA-C211-7A3D91F8350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39094" y="2890579"/>
            <a:ext cx="914400" cy="914400"/>
          </a:xfrm>
          <a:prstGeom prst="rect">
            <a:avLst/>
          </a:prstGeom>
        </p:spPr>
      </p:pic>
    </p:spTree>
    <p:extLst>
      <p:ext uri="{BB962C8B-B14F-4D97-AF65-F5344CB8AC3E}">
        <p14:creationId xmlns:p14="http://schemas.microsoft.com/office/powerpoint/2010/main" val="4120136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Sequential Access Storage 4">
            <a:extLst>
              <a:ext uri="{FF2B5EF4-FFF2-40B4-BE49-F238E27FC236}">
                <a16:creationId xmlns:a16="http://schemas.microsoft.com/office/drawing/2014/main" id="{D0C72721-5F1F-7895-9F6C-8F14DA1CABF1}"/>
              </a:ext>
            </a:extLst>
          </p:cNvPr>
          <p:cNvSpPr/>
          <p:nvPr/>
        </p:nvSpPr>
        <p:spPr>
          <a:xfrm>
            <a:off x="6225540" y="1143000"/>
            <a:ext cx="5455920" cy="3398520"/>
          </a:xfrm>
          <a:prstGeom prst="flowChartMagneticTap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439E0AE7-0223-5E15-0FFA-9C546233258B}"/>
              </a:ext>
            </a:extLst>
          </p:cNvPr>
          <p:cNvSpPr>
            <a:spLocks noGrp="1"/>
          </p:cNvSpPr>
          <p:nvPr>
            <p:ph type="title"/>
          </p:nvPr>
        </p:nvSpPr>
        <p:spPr/>
        <p:txBody>
          <a:bodyPr/>
          <a:lstStyle/>
          <a:p>
            <a:r>
              <a:rPr lang="en-US" b="1" dirty="0">
                <a:latin typeface="LORA" pitchFamily="2" charset="0"/>
              </a:rPr>
              <a:t>DATA SET UNDERSTANDING</a:t>
            </a:r>
            <a:endParaRPr lang="en-IN" b="1" dirty="0">
              <a:latin typeface="LORA" pitchFamily="2" charset="0"/>
            </a:endParaRPr>
          </a:p>
        </p:txBody>
      </p:sp>
      <p:sp>
        <p:nvSpPr>
          <p:cNvPr id="3" name="Content Placeholder 2">
            <a:extLst>
              <a:ext uri="{FF2B5EF4-FFF2-40B4-BE49-F238E27FC236}">
                <a16:creationId xmlns:a16="http://schemas.microsoft.com/office/drawing/2014/main" id="{18FCBB50-A71B-D30B-F520-A241A1077068}"/>
              </a:ext>
            </a:extLst>
          </p:cNvPr>
          <p:cNvSpPr>
            <a:spLocks noGrp="1"/>
          </p:cNvSpPr>
          <p:nvPr>
            <p:ph idx="1"/>
          </p:nvPr>
        </p:nvSpPr>
        <p:spPr>
          <a:xfrm>
            <a:off x="6774180" y="1963579"/>
            <a:ext cx="4631372" cy="1999615"/>
          </a:xfrm>
        </p:spPr>
        <p:txBody>
          <a:bodyPr>
            <a:noAutofit/>
          </a:bodyPr>
          <a:lstStyle/>
          <a:p>
            <a:r>
              <a:rPr lang="en-US" sz="5400" b="1" dirty="0">
                <a:solidFill>
                  <a:schemeClr val="bg1"/>
                </a:solidFill>
                <a:latin typeface="ANTON" pitchFamily="2" charset="0"/>
              </a:rPr>
              <a:t>ANALYSIS OF THE ZOMATO DATA SET</a:t>
            </a:r>
            <a:endParaRPr lang="en-IN" sz="5400" b="1" dirty="0">
              <a:solidFill>
                <a:schemeClr val="bg1"/>
              </a:solidFill>
              <a:latin typeface="ANTON" pitchFamily="2" charset="0"/>
            </a:endParaRPr>
          </a:p>
        </p:txBody>
      </p:sp>
      <p:sp>
        <p:nvSpPr>
          <p:cNvPr id="4" name="Text Placeholder 3">
            <a:extLst>
              <a:ext uri="{FF2B5EF4-FFF2-40B4-BE49-F238E27FC236}">
                <a16:creationId xmlns:a16="http://schemas.microsoft.com/office/drawing/2014/main" id="{2F6F1246-48C0-224B-5D6E-09B1696DF340}"/>
              </a:ext>
            </a:extLst>
          </p:cNvPr>
          <p:cNvSpPr>
            <a:spLocks noGrp="1"/>
          </p:cNvSpPr>
          <p:nvPr>
            <p:ph type="body" sz="half" idx="2"/>
          </p:nvPr>
        </p:nvSpPr>
        <p:spPr/>
        <p:txBody>
          <a:bodyPr/>
          <a:lstStyle/>
          <a:p>
            <a:r>
              <a:rPr lang="en-US" dirty="0"/>
              <a:t>IN THE GIVEN DATA SET WE HAVE TO ANALYSE THAT WHAT ARE THE MAJOR RESTAURANTS IN SALE AND WHICH ARE THE RESTAURANTS HAVING THE HIGHEST RATING AND THEN ACCORDING TO THIS MANAGER WILL TELL HIS TEAM THAT WHERE THE TEAM NEED TO FOCUS MORE FOR HAVING MORE SALES AND GIVING PROPER TREATMENT TO THE CUSTOMERS AND WHICH COUNTRY IS GIVING GOOD RESPONSE AND WHICH RESTAURANTS ARE NOT ACCEPTING THE ONLINE DELIVERY ,AND BY GIVING THEM A GOOD OFFER CAN MAINTAIN OUR BUSINESS GROWTH AND BUSINESS RELATIONSHIP</a:t>
            </a:r>
            <a:endParaRPr lang="en-IN" dirty="0"/>
          </a:p>
        </p:txBody>
      </p:sp>
    </p:spTree>
    <p:extLst>
      <p:ext uri="{BB962C8B-B14F-4D97-AF65-F5344CB8AC3E}">
        <p14:creationId xmlns:p14="http://schemas.microsoft.com/office/powerpoint/2010/main" val="739457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634F849-39EB-1751-327C-6C40B3CD67FE}"/>
              </a:ext>
            </a:extLst>
          </p:cNvPr>
          <p:cNvSpPr/>
          <p:nvPr/>
        </p:nvSpPr>
        <p:spPr>
          <a:xfrm>
            <a:off x="7094831" y="2334370"/>
            <a:ext cx="1683409" cy="3682775"/>
          </a:xfrm>
          <a:custGeom>
            <a:avLst/>
            <a:gdLst>
              <a:gd name="connsiteX0" fmla="*/ 881702 w 1612732"/>
              <a:gd name="connsiteY0" fmla="*/ -76 h 3528155"/>
              <a:gd name="connsiteX1" fmla="*/ 881702 w 1612732"/>
              <a:gd name="connsiteY1" fmla="*/ 3528080 h 3528155"/>
              <a:gd name="connsiteX2" fmla="*/ -332 w 1612732"/>
              <a:gd name="connsiteY2" fmla="*/ 2646045 h 3528155"/>
              <a:gd name="connsiteX3" fmla="*/ -332 w 1612732"/>
              <a:gd name="connsiteY3" fmla="*/ 881958 h 3528155"/>
            </a:gdLst>
            <a:ahLst/>
            <a:cxnLst>
              <a:cxn ang="0">
                <a:pos x="connsiteX0" y="connsiteY0"/>
              </a:cxn>
              <a:cxn ang="0">
                <a:pos x="connsiteX1" y="connsiteY1"/>
              </a:cxn>
              <a:cxn ang="0">
                <a:pos x="connsiteX2" y="connsiteY2"/>
              </a:cxn>
              <a:cxn ang="0">
                <a:pos x="connsiteX3" y="connsiteY3"/>
              </a:cxn>
            </a:cxnLst>
            <a:rect l="l" t="t" r="r" b="b"/>
            <a:pathLst>
              <a:path w="1612732" h="3528155">
                <a:moveTo>
                  <a:pt x="881702" y="-76"/>
                </a:moveTo>
                <a:cubicBezTo>
                  <a:pt x="1855967" y="974198"/>
                  <a:pt x="1855967" y="2553805"/>
                  <a:pt x="881702" y="3528080"/>
                </a:cubicBezTo>
                <a:lnTo>
                  <a:pt x="-332" y="2646045"/>
                </a:lnTo>
                <a:cubicBezTo>
                  <a:pt x="486805" y="2158908"/>
                  <a:pt x="486805" y="1369095"/>
                  <a:pt x="-332" y="881958"/>
                </a:cubicBezTo>
                <a:close/>
              </a:path>
            </a:pathLst>
          </a:custGeom>
          <a:solidFill>
            <a:srgbClr val="932921"/>
          </a:solidFill>
          <a:ln w="9525"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A5A284F7-60C3-AF9B-973A-A14970C27695}"/>
              </a:ext>
            </a:extLst>
          </p:cNvPr>
          <p:cNvSpPr/>
          <p:nvPr/>
        </p:nvSpPr>
        <p:spPr>
          <a:xfrm>
            <a:off x="3413760" y="2334360"/>
            <a:ext cx="1683426" cy="3682784"/>
          </a:xfrm>
          <a:custGeom>
            <a:avLst/>
            <a:gdLst>
              <a:gd name="connsiteX0" fmla="*/ 730374 w 1612748"/>
              <a:gd name="connsiteY0" fmla="*/ 3528089 h 3528164"/>
              <a:gd name="connsiteX1" fmla="*/ 730374 w 1612748"/>
              <a:gd name="connsiteY1" fmla="*/ -76 h 3528164"/>
              <a:gd name="connsiteX2" fmla="*/ 1612417 w 1612748"/>
              <a:gd name="connsiteY2" fmla="*/ 881968 h 3528164"/>
              <a:gd name="connsiteX3" fmla="*/ 1612417 w 1612748"/>
              <a:gd name="connsiteY3" fmla="*/ 2646045 h 3528164"/>
            </a:gdLst>
            <a:ahLst/>
            <a:cxnLst>
              <a:cxn ang="0">
                <a:pos x="connsiteX0" y="connsiteY0"/>
              </a:cxn>
              <a:cxn ang="0">
                <a:pos x="connsiteX1" y="connsiteY1"/>
              </a:cxn>
              <a:cxn ang="0">
                <a:pos x="connsiteX2" y="connsiteY2"/>
              </a:cxn>
              <a:cxn ang="0">
                <a:pos x="connsiteX3" y="connsiteY3"/>
              </a:cxn>
            </a:cxnLst>
            <a:rect l="l" t="t" r="r" b="b"/>
            <a:pathLst>
              <a:path w="1612748" h="3528164">
                <a:moveTo>
                  <a:pt x="730374" y="3528089"/>
                </a:moveTo>
                <a:cubicBezTo>
                  <a:pt x="-243901" y="2553815"/>
                  <a:pt x="-243901" y="974198"/>
                  <a:pt x="730374" y="-76"/>
                </a:cubicBezTo>
                <a:lnTo>
                  <a:pt x="1612417" y="881968"/>
                </a:lnTo>
                <a:cubicBezTo>
                  <a:pt x="1125280" y="1369105"/>
                  <a:pt x="1125280" y="2158908"/>
                  <a:pt x="1612417" y="2646045"/>
                </a:cubicBezTo>
                <a:close/>
              </a:path>
            </a:pathLst>
          </a:custGeom>
          <a:solidFill>
            <a:srgbClr val="094457"/>
          </a:solidFill>
          <a:ln w="19050" cap="flat">
            <a:solidFill>
              <a:srgbClr val="FFFFFF"/>
            </a:solidFill>
            <a:prstDash val="solid"/>
            <a:round/>
          </a:ln>
        </p:spPr>
        <p:txBody>
          <a:bodyPr rtlCol="0" anchor="ctr"/>
          <a:lstStyle/>
          <a:p>
            <a:endParaRPr lang="en-IN"/>
          </a:p>
        </p:txBody>
      </p:sp>
      <p:sp>
        <p:nvSpPr>
          <p:cNvPr id="12" name="Freeform: Shape 11">
            <a:extLst>
              <a:ext uri="{FF2B5EF4-FFF2-40B4-BE49-F238E27FC236}">
                <a16:creationId xmlns:a16="http://schemas.microsoft.com/office/drawing/2014/main" id="{2E7C9DFC-6D43-8A72-A0F9-E8B1A5D4CCBB}"/>
              </a:ext>
            </a:extLst>
          </p:cNvPr>
          <p:cNvSpPr/>
          <p:nvPr/>
        </p:nvSpPr>
        <p:spPr>
          <a:xfrm>
            <a:off x="4254616" y="1493512"/>
            <a:ext cx="3682785" cy="1683419"/>
          </a:xfrm>
          <a:custGeom>
            <a:avLst/>
            <a:gdLst>
              <a:gd name="connsiteX0" fmla="*/ -332 w 3528164"/>
              <a:gd name="connsiteY0" fmla="*/ 730631 h 1612741"/>
              <a:gd name="connsiteX1" fmla="*/ 3527833 w 3528164"/>
              <a:gd name="connsiteY1" fmla="*/ 730631 h 1612741"/>
              <a:gd name="connsiteX2" fmla="*/ 2645789 w 3528164"/>
              <a:gd name="connsiteY2" fmla="*/ 1612665 h 1612741"/>
              <a:gd name="connsiteX3" fmla="*/ 881712 w 3528164"/>
              <a:gd name="connsiteY3" fmla="*/ 1612665 h 1612741"/>
            </a:gdLst>
            <a:ahLst/>
            <a:cxnLst>
              <a:cxn ang="0">
                <a:pos x="connsiteX0" y="connsiteY0"/>
              </a:cxn>
              <a:cxn ang="0">
                <a:pos x="connsiteX1" y="connsiteY1"/>
              </a:cxn>
              <a:cxn ang="0">
                <a:pos x="connsiteX2" y="connsiteY2"/>
              </a:cxn>
              <a:cxn ang="0">
                <a:pos x="connsiteX3" y="connsiteY3"/>
              </a:cxn>
            </a:cxnLst>
            <a:rect l="l" t="t" r="r" b="b"/>
            <a:pathLst>
              <a:path w="3528164" h="1612741">
                <a:moveTo>
                  <a:pt x="-332" y="730631"/>
                </a:moveTo>
                <a:cubicBezTo>
                  <a:pt x="973942" y="-243645"/>
                  <a:pt x="2553559" y="-243645"/>
                  <a:pt x="3527833" y="730631"/>
                </a:cubicBezTo>
                <a:lnTo>
                  <a:pt x="2645789" y="1612665"/>
                </a:lnTo>
                <a:cubicBezTo>
                  <a:pt x="2158653" y="1125528"/>
                  <a:pt x="1368849" y="1125528"/>
                  <a:pt x="881712" y="1612665"/>
                </a:cubicBezTo>
                <a:close/>
              </a:path>
            </a:pathLst>
          </a:custGeom>
          <a:solidFill>
            <a:srgbClr val="002060"/>
          </a:solidFill>
          <a:ln w="19050" cap="flat">
            <a:solidFill>
              <a:srgbClr val="FFFFFF"/>
            </a:solidFill>
            <a:prstDash val="solid"/>
            <a:round/>
          </a:ln>
        </p:spPr>
        <p:txBody>
          <a:bodyPr rtlCol="0" anchor="ctr"/>
          <a:lstStyle/>
          <a:p>
            <a:endParaRPr lang="en-IN"/>
          </a:p>
        </p:txBody>
      </p:sp>
      <p:sp>
        <p:nvSpPr>
          <p:cNvPr id="13" name="Freeform: Shape 12">
            <a:extLst>
              <a:ext uri="{FF2B5EF4-FFF2-40B4-BE49-F238E27FC236}">
                <a16:creationId xmlns:a16="http://schemas.microsoft.com/office/drawing/2014/main" id="{B77E427D-F83B-C51D-A1C3-DB40D76F24EA}"/>
              </a:ext>
            </a:extLst>
          </p:cNvPr>
          <p:cNvSpPr/>
          <p:nvPr/>
        </p:nvSpPr>
        <p:spPr>
          <a:xfrm>
            <a:off x="7831385" y="2334370"/>
            <a:ext cx="946854" cy="3682775"/>
          </a:xfrm>
          <a:custGeom>
            <a:avLst/>
            <a:gdLst>
              <a:gd name="connsiteX0" fmla="*/ 176071 w 907101"/>
              <a:gd name="connsiteY0" fmla="*/ -76 h 3528155"/>
              <a:gd name="connsiteX1" fmla="*/ 176071 w 907101"/>
              <a:gd name="connsiteY1" fmla="*/ 3528080 h 3528155"/>
              <a:gd name="connsiteX2" fmla="*/ -332 w 907101"/>
              <a:gd name="connsiteY2" fmla="*/ 3351676 h 3528155"/>
              <a:gd name="connsiteX3" fmla="*/ -332 w 907101"/>
              <a:gd name="connsiteY3" fmla="*/ 176327 h 3528155"/>
            </a:gdLst>
            <a:ahLst/>
            <a:cxnLst>
              <a:cxn ang="0">
                <a:pos x="connsiteX0" y="connsiteY0"/>
              </a:cxn>
              <a:cxn ang="0">
                <a:pos x="connsiteX1" y="connsiteY1"/>
              </a:cxn>
              <a:cxn ang="0">
                <a:pos x="connsiteX2" y="connsiteY2"/>
              </a:cxn>
              <a:cxn ang="0">
                <a:pos x="connsiteX3" y="connsiteY3"/>
              </a:cxn>
            </a:cxnLst>
            <a:rect l="l" t="t" r="r" b="b"/>
            <a:pathLst>
              <a:path w="907101" h="3528155">
                <a:moveTo>
                  <a:pt x="176071" y="-76"/>
                </a:moveTo>
                <a:cubicBezTo>
                  <a:pt x="1150336" y="974198"/>
                  <a:pt x="1150336" y="2553805"/>
                  <a:pt x="176071" y="3528080"/>
                </a:cubicBezTo>
                <a:lnTo>
                  <a:pt x="-332" y="3351676"/>
                </a:lnTo>
                <a:cubicBezTo>
                  <a:pt x="876492" y="2474824"/>
                  <a:pt x="876492" y="1053170"/>
                  <a:pt x="-332" y="176327"/>
                </a:cubicBezTo>
                <a:close/>
              </a:path>
            </a:pathLst>
          </a:custGeom>
          <a:solidFill>
            <a:srgbClr val="932921"/>
          </a:solidFill>
          <a:ln w="19050" cap="flat">
            <a:solidFill>
              <a:srgbClr val="FFFFFF"/>
            </a:solidFill>
            <a:prstDash val="solid"/>
            <a:round/>
          </a:ln>
          <a:effectLst>
            <a:outerShdw blurRad="50800" dist="50800" dir="10800000" algn="ctr" rotWithShape="0">
              <a:srgbClr val="000000">
                <a:alpha val="5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15" name="Freeform: Shape 14">
            <a:extLst>
              <a:ext uri="{FF2B5EF4-FFF2-40B4-BE49-F238E27FC236}">
                <a16:creationId xmlns:a16="http://schemas.microsoft.com/office/drawing/2014/main" id="{A1E83AD4-D463-D494-7A08-2C0BE6062795}"/>
              </a:ext>
            </a:extLst>
          </p:cNvPr>
          <p:cNvSpPr/>
          <p:nvPr/>
        </p:nvSpPr>
        <p:spPr>
          <a:xfrm>
            <a:off x="3413759" y="2334360"/>
            <a:ext cx="946872" cy="3682784"/>
          </a:xfrm>
          <a:custGeom>
            <a:avLst/>
            <a:gdLst>
              <a:gd name="connsiteX0" fmla="*/ 730374 w 907118"/>
              <a:gd name="connsiteY0" fmla="*/ 3528089 h 3528164"/>
              <a:gd name="connsiteX1" fmla="*/ 730374 w 907118"/>
              <a:gd name="connsiteY1" fmla="*/ -76 h 3528164"/>
              <a:gd name="connsiteX2" fmla="*/ 906786 w 907118"/>
              <a:gd name="connsiteY2" fmla="*/ 176336 h 3528164"/>
              <a:gd name="connsiteX3" fmla="*/ 906786 w 907118"/>
              <a:gd name="connsiteY3" fmla="*/ 3351686 h 3528164"/>
            </a:gdLst>
            <a:ahLst/>
            <a:cxnLst>
              <a:cxn ang="0">
                <a:pos x="connsiteX0" y="connsiteY0"/>
              </a:cxn>
              <a:cxn ang="0">
                <a:pos x="connsiteX1" y="connsiteY1"/>
              </a:cxn>
              <a:cxn ang="0">
                <a:pos x="connsiteX2" y="connsiteY2"/>
              </a:cxn>
              <a:cxn ang="0">
                <a:pos x="connsiteX3" y="connsiteY3"/>
              </a:cxn>
            </a:cxnLst>
            <a:rect l="l" t="t" r="r" b="b"/>
            <a:pathLst>
              <a:path w="907118" h="3528164">
                <a:moveTo>
                  <a:pt x="730374" y="3528089"/>
                </a:moveTo>
                <a:cubicBezTo>
                  <a:pt x="-243901" y="2553815"/>
                  <a:pt x="-243901" y="974198"/>
                  <a:pt x="730374" y="-76"/>
                </a:cubicBezTo>
                <a:lnTo>
                  <a:pt x="906786" y="176336"/>
                </a:lnTo>
                <a:cubicBezTo>
                  <a:pt x="29934" y="1053189"/>
                  <a:pt x="29934" y="2474834"/>
                  <a:pt x="906786" y="3351686"/>
                </a:cubicBezTo>
                <a:close/>
              </a:path>
            </a:pathLst>
          </a:custGeom>
          <a:solidFill>
            <a:srgbClr val="094457"/>
          </a:solidFill>
          <a:ln w="19050" cap="flat">
            <a:solidFill>
              <a:srgbClr val="FFFFFF"/>
            </a:solidFill>
            <a:prstDash val="solid"/>
            <a:round/>
          </a:ln>
          <a:effectLst>
            <a:outerShdw blurRad="50800" dist="50800" dir="600000" algn="ctr" rotWithShape="0">
              <a:srgbClr val="000000">
                <a:alpha val="50000"/>
              </a:srgbClr>
            </a:outerShdw>
          </a:effectLst>
        </p:spPr>
        <p:txBody>
          <a:bodyPr rtlCol="0" anchor="ctr"/>
          <a:lstStyle/>
          <a:p>
            <a:endParaRPr lang="en-IN"/>
          </a:p>
        </p:txBody>
      </p:sp>
      <p:sp>
        <p:nvSpPr>
          <p:cNvPr id="16" name="Freeform: Shape 15">
            <a:extLst>
              <a:ext uri="{FF2B5EF4-FFF2-40B4-BE49-F238E27FC236}">
                <a16:creationId xmlns:a16="http://schemas.microsoft.com/office/drawing/2014/main" id="{B3C05A57-6C4A-5FE1-25FD-B4946F014203}"/>
              </a:ext>
            </a:extLst>
          </p:cNvPr>
          <p:cNvSpPr/>
          <p:nvPr/>
        </p:nvSpPr>
        <p:spPr>
          <a:xfrm>
            <a:off x="4254616" y="1493512"/>
            <a:ext cx="3682785" cy="946873"/>
          </a:xfrm>
          <a:custGeom>
            <a:avLst/>
            <a:gdLst>
              <a:gd name="connsiteX0" fmla="*/ -332 w 3528164"/>
              <a:gd name="connsiteY0" fmla="*/ 730631 h 907119"/>
              <a:gd name="connsiteX1" fmla="*/ 3527833 w 3528164"/>
              <a:gd name="connsiteY1" fmla="*/ 730631 h 907119"/>
              <a:gd name="connsiteX2" fmla="*/ 3351421 w 3528164"/>
              <a:gd name="connsiteY2" fmla="*/ 907044 h 907119"/>
              <a:gd name="connsiteX3" fmla="*/ 176071 w 3528164"/>
              <a:gd name="connsiteY3" fmla="*/ 907044 h 907119"/>
            </a:gdLst>
            <a:ahLst/>
            <a:cxnLst>
              <a:cxn ang="0">
                <a:pos x="connsiteX0" y="connsiteY0"/>
              </a:cxn>
              <a:cxn ang="0">
                <a:pos x="connsiteX1" y="connsiteY1"/>
              </a:cxn>
              <a:cxn ang="0">
                <a:pos x="connsiteX2" y="connsiteY2"/>
              </a:cxn>
              <a:cxn ang="0">
                <a:pos x="connsiteX3" y="connsiteY3"/>
              </a:cxn>
            </a:cxnLst>
            <a:rect l="l" t="t" r="r" b="b"/>
            <a:pathLst>
              <a:path w="3528164" h="907119">
                <a:moveTo>
                  <a:pt x="-332" y="730631"/>
                </a:moveTo>
                <a:cubicBezTo>
                  <a:pt x="973942" y="-243645"/>
                  <a:pt x="2553559" y="-243645"/>
                  <a:pt x="3527833" y="730631"/>
                </a:cubicBezTo>
                <a:lnTo>
                  <a:pt x="3351421" y="907044"/>
                </a:lnTo>
                <a:cubicBezTo>
                  <a:pt x="2474578" y="30192"/>
                  <a:pt x="1052924" y="30192"/>
                  <a:pt x="176071" y="907044"/>
                </a:cubicBezTo>
                <a:close/>
              </a:path>
            </a:pathLst>
          </a:custGeom>
          <a:solidFill>
            <a:srgbClr val="002060"/>
          </a:solidFill>
          <a:ln w="19050" cap="flat">
            <a:solidFill>
              <a:srgbClr val="FFFFFF"/>
            </a:solidFill>
            <a:prstDash val="solid"/>
            <a:round/>
          </a:ln>
          <a:effectLst>
            <a:outerShdw blurRad="50800" dist="50800" dir="5400000" algn="ctr" rotWithShape="0">
              <a:srgbClr val="000000">
                <a:alpha val="5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pic>
        <p:nvPicPr>
          <p:cNvPr id="18" name="Graphic 17" descr="Head with gears with solid fill">
            <a:extLst>
              <a:ext uri="{FF2B5EF4-FFF2-40B4-BE49-F238E27FC236}">
                <a16:creationId xmlns:a16="http://schemas.microsoft.com/office/drawing/2014/main" id="{B7B43FB1-2F29-7061-EB82-20825A73319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56289" y="3334042"/>
            <a:ext cx="1838527" cy="1683419"/>
          </a:xfrm>
          <a:prstGeom prst="rect">
            <a:avLst/>
          </a:prstGeom>
        </p:spPr>
      </p:pic>
      <p:pic>
        <p:nvPicPr>
          <p:cNvPr id="20" name="Graphic 19" descr="Single gear with solid fill">
            <a:extLst>
              <a:ext uri="{FF2B5EF4-FFF2-40B4-BE49-F238E27FC236}">
                <a16:creationId xmlns:a16="http://schemas.microsoft.com/office/drawing/2014/main" id="{D4B80484-258D-EF70-6209-67542187F9B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97416" y="3560579"/>
            <a:ext cx="914400" cy="914400"/>
          </a:xfrm>
          <a:prstGeom prst="rect">
            <a:avLst/>
          </a:prstGeom>
        </p:spPr>
      </p:pic>
      <p:pic>
        <p:nvPicPr>
          <p:cNvPr id="22" name="Graphic 21" descr="Eye with solid fill">
            <a:extLst>
              <a:ext uri="{FF2B5EF4-FFF2-40B4-BE49-F238E27FC236}">
                <a16:creationId xmlns:a16="http://schemas.microsoft.com/office/drawing/2014/main" id="{B3ADD00B-0E30-F556-F451-3B35E58C860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38808" y="1883887"/>
            <a:ext cx="914400" cy="914400"/>
          </a:xfrm>
          <a:prstGeom prst="rect">
            <a:avLst/>
          </a:prstGeom>
        </p:spPr>
      </p:pic>
      <p:pic>
        <p:nvPicPr>
          <p:cNvPr id="24" name="Graphic 23" descr="Brain with solid fill">
            <a:extLst>
              <a:ext uri="{FF2B5EF4-FFF2-40B4-BE49-F238E27FC236}">
                <a16:creationId xmlns:a16="http://schemas.microsoft.com/office/drawing/2014/main" id="{FC4C7DFB-5903-1AA3-CBEB-CE90F388051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79335" y="3503216"/>
            <a:ext cx="914400" cy="914400"/>
          </a:xfrm>
          <a:prstGeom prst="rect">
            <a:avLst/>
          </a:prstGeom>
        </p:spPr>
      </p:pic>
      <p:sp>
        <p:nvSpPr>
          <p:cNvPr id="25" name="TextBox 24">
            <a:extLst>
              <a:ext uri="{FF2B5EF4-FFF2-40B4-BE49-F238E27FC236}">
                <a16:creationId xmlns:a16="http://schemas.microsoft.com/office/drawing/2014/main" id="{B30EECCC-6A95-5C0E-7B4D-D1EDFFAA1D47}"/>
              </a:ext>
            </a:extLst>
          </p:cNvPr>
          <p:cNvSpPr txBox="1"/>
          <p:nvPr/>
        </p:nvSpPr>
        <p:spPr>
          <a:xfrm>
            <a:off x="573933" y="3334042"/>
            <a:ext cx="2680724" cy="1200329"/>
          </a:xfrm>
          <a:prstGeom prst="rect">
            <a:avLst/>
          </a:prstGeom>
          <a:noFill/>
        </p:spPr>
        <p:txBody>
          <a:bodyPr wrap="square" rtlCol="0">
            <a:spAutoFit/>
          </a:bodyPr>
          <a:lstStyle/>
          <a:p>
            <a:r>
              <a:rPr lang="en-US" b="1" dirty="0"/>
              <a:t>____________________</a:t>
            </a:r>
          </a:p>
          <a:p>
            <a:r>
              <a:rPr lang="en-US" dirty="0"/>
              <a:t>     </a:t>
            </a:r>
            <a:r>
              <a:rPr lang="en-US" b="1" dirty="0">
                <a:latin typeface="LORA" pitchFamily="2" charset="0"/>
              </a:rPr>
              <a:t>0.1 DATA</a:t>
            </a:r>
          </a:p>
          <a:p>
            <a:r>
              <a:rPr lang="en-US" b="1" dirty="0">
                <a:latin typeface="LORA" pitchFamily="2" charset="0"/>
              </a:rPr>
              <a:t>           CLEANING</a:t>
            </a:r>
            <a:endParaRPr lang="en-IN" b="1" dirty="0">
              <a:latin typeface="LORA" pitchFamily="2" charset="0"/>
            </a:endParaRPr>
          </a:p>
          <a:p>
            <a:r>
              <a:rPr lang="en-IN" b="1" dirty="0"/>
              <a:t>____________________</a:t>
            </a:r>
            <a:endParaRPr lang="en-US" b="1" dirty="0"/>
          </a:p>
        </p:txBody>
      </p:sp>
      <p:sp>
        <p:nvSpPr>
          <p:cNvPr id="26" name="TextBox 25">
            <a:extLst>
              <a:ext uri="{FF2B5EF4-FFF2-40B4-BE49-F238E27FC236}">
                <a16:creationId xmlns:a16="http://schemas.microsoft.com/office/drawing/2014/main" id="{46CDDCC8-8CA3-0AD2-244C-75A76293D9EB}"/>
              </a:ext>
            </a:extLst>
          </p:cNvPr>
          <p:cNvSpPr txBox="1"/>
          <p:nvPr/>
        </p:nvSpPr>
        <p:spPr>
          <a:xfrm>
            <a:off x="4835190" y="214627"/>
            <a:ext cx="2680724" cy="1200329"/>
          </a:xfrm>
          <a:prstGeom prst="rect">
            <a:avLst/>
          </a:prstGeom>
          <a:noFill/>
        </p:spPr>
        <p:txBody>
          <a:bodyPr wrap="square" rtlCol="0">
            <a:spAutoFit/>
          </a:bodyPr>
          <a:lstStyle/>
          <a:p>
            <a:r>
              <a:rPr lang="en-US" b="1" dirty="0"/>
              <a:t>____________________</a:t>
            </a:r>
          </a:p>
          <a:p>
            <a:r>
              <a:rPr lang="en-US" b="1" dirty="0">
                <a:latin typeface="LORA" pitchFamily="2" charset="0"/>
              </a:rPr>
              <a:t>   </a:t>
            </a:r>
            <a:r>
              <a:rPr lang="hi-IN" b="1" dirty="0">
                <a:latin typeface="LORA" pitchFamily="2" charset="0"/>
              </a:rPr>
              <a:t>       </a:t>
            </a:r>
            <a:r>
              <a:rPr lang="en-US" b="1" dirty="0">
                <a:latin typeface="LORA" pitchFamily="2" charset="0"/>
              </a:rPr>
              <a:t>0.2</a:t>
            </a:r>
          </a:p>
          <a:p>
            <a:r>
              <a:rPr lang="en-US" b="1" dirty="0">
                <a:latin typeface="LORA" pitchFamily="2" charset="0"/>
              </a:rPr>
              <a:t>     VISUALIZATION   </a:t>
            </a:r>
            <a:r>
              <a:rPr lang="en-IN" b="1" dirty="0"/>
              <a:t>____________________</a:t>
            </a:r>
            <a:endParaRPr lang="en-US" b="1" dirty="0"/>
          </a:p>
        </p:txBody>
      </p:sp>
      <p:sp>
        <p:nvSpPr>
          <p:cNvPr id="27" name="TextBox 26">
            <a:extLst>
              <a:ext uri="{FF2B5EF4-FFF2-40B4-BE49-F238E27FC236}">
                <a16:creationId xmlns:a16="http://schemas.microsoft.com/office/drawing/2014/main" id="{29CA5692-A5BE-F04B-5824-C30D6BE313FA}"/>
              </a:ext>
            </a:extLst>
          </p:cNvPr>
          <p:cNvSpPr txBox="1"/>
          <p:nvPr/>
        </p:nvSpPr>
        <p:spPr>
          <a:xfrm>
            <a:off x="9006532" y="3334042"/>
            <a:ext cx="2680724" cy="1200329"/>
          </a:xfrm>
          <a:prstGeom prst="rect">
            <a:avLst/>
          </a:prstGeom>
          <a:noFill/>
        </p:spPr>
        <p:txBody>
          <a:bodyPr wrap="square" rtlCol="0">
            <a:spAutoFit/>
          </a:bodyPr>
          <a:lstStyle/>
          <a:p>
            <a:r>
              <a:rPr lang="en-US" b="1" dirty="0"/>
              <a:t>____________________</a:t>
            </a:r>
          </a:p>
          <a:p>
            <a:r>
              <a:rPr lang="en-US" dirty="0"/>
              <a:t>     </a:t>
            </a:r>
            <a:r>
              <a:rPr lang="en-US" b="1" dirty="0">
                <a:latin typeface="LORA" pitchFamily="2" charset="0"/>
              </a:rPr>
              <a:t>0.3 PREDICTIVE</a:t>
            </a:r>
          </a:p>
          <a:p>
            <a:r>
              <a:rPr lang="en-US" b="1" dirty="0">
                <a:latin typeface="LORA" pitchFamily="2" charset="0"/>
              </a:rPr>
              <a:t>             ANALYSIS</a:t>
            </a:r>
            <a:endParaRPr lang="en-IN" b="1" dirty="0">
              <a:latin typeface="LORA" pitchFamily="2" charset="0"/>
            </a:endParaRPr>
          </a:p>
          <a:p>
            <a:r>
              <a:rPr lang="en-IN" b="1" dirty="0"/>
              <a:t>____________________</a:t>
            </a:r>
            <a:endParaRPr lang="en-US" b="1" dirty="0"/>
          </a:p>
        </p:txBody>
      </p:sp>
    </p:spTree>
    <p:extLst>
      <p:ext uri="{BB962C8B-B14F-4D97-AF65-F5344CB8AC3E}">
        <p14:creationId xmlns:p14="http://schemas.microsoft.com/office/powerpoint/2010/main" val="982202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5000"/>
                <a:lumOff val="95000"/>
              </a:schemeClr>
            </a:gs>
            <a:gs pos="57000">
              <a:schemeClr val="accent3">
                <a:lumMod val="45000"/>
                <a:lumOff val="55000"/>
              </a:schemeClr>
            </a:gs>
            <a:gs pos="100000">
              <a:schemeClr val="accent3">
                <a:lumMod val="30000"/>
                <a:lumOff val="7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3ACBB401-E714-ACA1-AD89-AD0533B9A9B0}"/>
              </a:ext>
            </a:extLst>
          </p:cNvPr>
          <p:cNvSpPr/>
          <p:nvPr/>
        </p:nvSpPr>
        <p:spPr>
          <a:xfrm>
            <a:off x="1560973" y="3955193"/>
            <a:ext cx="2503948" cy="2015613"/>
          </a:xfrm>
          <a:prstGeom prst="roundRect">
            <a:avLst/>
          </a:prstGeom>
          <a:solidFill>
            <a:schemeClr val="bg1">
              <a:lumMod val="75000"/>
            </a:schemeClr>
          </a:solidFill>
          <a:ln>
            <a:noFill/>
          </a:ln>
          <a:scene3d>
            <a:camera prst="isometricTopUp"/>
            <a:lightRig rig="threePt" dir="t"/>
          </a:scene3d>
          <a:sp3d extrusionH="317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1F545D2A-C72E-9667-279F-97DAF0FF0FD3}"/>
              </a:ext>
            </a:extLst>
          </p:cNvPr>
          <p:cNvSpPr/>
          <p:nvPr/>
        </p:nvSpPr>
        <p:spPr>
          <a:xfrm>
            <a:off x="1871515" y="3626140"/>
            <a:ext cx="1861574" cy="1336859"/>
          </a:xfrm>
          <a:prstGeom prst="roundRect">
            <a:avLst/>
          </a:prstGeom>
          <a:solidFill>
            <a:schemeClr val="accent2"/>
          </a:solidFill>
          <a:ln>
            <a:noFill/>
          </a:ln>
          <a:scene3d>
            <a:camera prst="isometricTopUp"/>
            <a:lightRig rig="threePt" dir="t"/>
          </a:scene3d>
          <a:sp3d extrusionH="889000">
            <a:extrusionClr>
              <a:schemeClr val="accent2">
                <a:lumMod val="60000"/>
                <a:lumOff val="40000"/>
              </a:schemeClr>
            </a:extrusion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latin typeface="LATO" panose="020F0502020204030203" pitchFamily="34" charset="0"/>
                <a:ea typeface="LATO" panose="020F0502020204030203" pitchFamily="34" charset="0"/>
                <a:cs typeface="LATO" panose="020F0502020204030203" pitchFamily="34" charset="0"/>
              </a:rPr>
              <a:t>1825</a:t>
            </a:r>
            <a:endParaRPr lang="en-IN" sz="4000" b="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7" name="Rectangle: Rounded Corners 6">
            <a:extLst>
              <a:ext uri="{FF2B5EF4-FFF2-40B4-BE49-F238E27FC236}">
                <a16:creationId xmlns:a16="http://schemas.microsoft.com/office/drawing/2014/main" id="{DC3DB852-2C5B-992B-13AB-C01FF231CD36}"/>
              </a:ext>
            </a:extLst>
          </p:cNvPr>
          <p:cNvSpPr/>
          <p:nvPr/>
        </p:nvSpPr>
        <p:spPr>
          <a:xfrm>
            <a:off x="5598240" y="4570117"/>
            <a:ext cx="2503948" cy="2015613"/>
          </a:xfrm>
          <a:prstGeom prst="roundRect">
            <a:avLst/>
          </a:prstGeom>
          <a:solidFill>
            <a:schemeClr val="bg1">
              <a:lumMod val="75000"/>
            </a:schemeClr>
          </a:solidFill>
          <a:ln>
            <a:noFill/>
          </a:ln>
          <a:scene3d>
            <a:camera prst="isometricTopUp"/>
            <a:lightRig rig="threePt" dir="t"/>
          </a:scene3d>
          <a:sp3d extrusionH="317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262A3C41-BA7F-2216-C985-EAEAB82A7B31}"/>
              </a:ext>
            </a:extLst>
          </p:cNvPr>
          <p:cNvSpPr/>
          <p:nvPr/>
        </p:nvSpPr>
        <p:spPr>
          <a:xfrm>
            <a:off x="5919427" y="3114778"/>
            <a:ext cx="1861574" cy="1336859"/>
          </a:xfrm>
          <a:prstGeom prst="roundRect">
            <a:avLst/>
          </a:prstGeom>
          <a:solidFill>
            <a:schemeClr val="tx2"/>
          </a:solidFill>
          <a:ln>
            <a:noFill/>
          </a:ln>
          <a:scene3d>
            <a:camera prst="isometricTopUp"/>
            <a:lightRig rig="threePt" dir="t"/>
          </a:scene3d>
          <a:sp3d extrusionH="2222500">
            <a:extrusionClr>
              <a:schemeClr val="tx2">
                <a:lumMod val="60000"/>
                <a:lumOff val="40000"/>
              </a:schemeClr>
            </a:extrusion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latin typeface="LATO" panose="020F0502020204030204" pitchFamily="34" charset="0"/>
                <a:ea typeface="LATO" panose="020F0502020204030204" pitchFamily="34" charset="0"/>
                <a:cs typeface="LATO" panose="020F0502020204030204" pitchFamily="34" charset="0"/>
              </a:rPr>
              <a:t>141</a:t>
            </a:r>
            <a:endParaRPr lang="en-IN" sz="4000" b="1" dirty="0">
              <a:solidFill>
                <a:schemeClr val="bg1"/>
              </a:solidFill>
              <a:latin typeface="LATO" panose="020F0502020204030204" pitchFamily="34" charset="0"/>
              <a:ea typeface="LATO" panose="020F0502020204030204" pitchFamily="34" charset="0"/>
              <a:cs typeface="LATO" panose="020F0502020204030204" pitchFamily="34" charset="0"/>
            </a:endParaRPr>
          </a:p>
        </p:txBody>
      </p:sp>
      <p:sp>
        <p:nvSpPr>
          <p:cNvPr id="9" name="Rectangle: Rounded Corners 8">
            <a:extLst>
              <a:ext uri="{FF2B5EF4-FFF2-40B4-BE49-F238E27FC236}">
                <a16:creationId xmlns:a16="http://schemas.microsoft.com/office/drawing/2014/main" id="{E7A096A6-5F33-7768-C721-2CE160435162}"/>
              </a:ext>
            </a:extLst>
          </p:cNvPr>
          <p:cNvSpPr/>
          <p:nvPr/>
        </p:nvSpPr>
        <p:spPr>
          <a:xfrm>
            <a:off x="3496389" y="2205048"/>
            <a:ext cx="2503948" cy="2015613"/>
          </a:xfrm>
          <a:prstGeom prst="roundRect">
            <a:avLst/>
          </a:prstGeom>
          <a:solidFill>
            <a:schemeClr val="bg1">
              <a:lumMod val="75000"/>
            </a:schemeClr>
          </a:solidFill>
          <a:ln>
            <a:noFill/>
          </a:ln>
          <a:scene3d>
            <a:camera prst="isometricTopUp"/>
            <a:lightRig rig="threePt" dir="t"/>
          </a:scene3d>
          <a:sp3d extrusionH="317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A41C380F-BAB3-9E39-E354-08316AA2B433}"/>
              </a:ext>
            </a:extLst>
          </p:cNvPr>
          <p:cNvSpPr/>
          <p:nvPr/>
        </p:nvSpPr>
        <p:spPr>
          <a:xfrm>
            <a:off x="3816758" y="1359802"/>
            <a:ext cx="1861574" cy="1336859"/>
          </a:xfrm>
          <a:prstGeom prst="roundRect">
            <a:avLst/>
          </a:prstGeom>
          <a:solidFill>
            <a:srgbClr val="FF0000"/>
          </a:solidFill>
          <a:ln>
            <a:noFill/>
          </a:ln>
          <a:scene3d>
            <a:camera prst="isometricTopUp"/>
            <a:lightRig rig="threePt" dir="t"/>
          </a:scene3d>
          <a:sp3d extrusionH="1524000">
            <a:extrusionClr>
              <a:srgbClr val="FC4642"/>
            </a:extrusion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latin typeface="LATO" panose="020F0502020204030203" pitchFamily="34" charset="0"/>
                <a:ea typeface="LATO" panose="020F0502020204030203" pitchFamily="34" charset="0"/>
                <a:cs typeface="LATO" panose="020F0502020204030203" pitchFamily="34" charset="0"/>
              </a:rPr>
              <a:t>9551</a:t>
            </a:r>
            <a:endParaRPr lang="en-IN" sz="4000" b="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1" name="Rectangle: Rounded Corners 10">
            <a:extLst>
              <a:ext uri="{FF2B5EF4-FFF2-40B4-BE49-F238E27FC236}">
                <a16:creationId xmlns:a16="http://schemas.microsoft.com/office/drawing/2014/main" id="{F643712D-272D-35BA-7520-870B7C0DD59C}"/>
              </a:ext>
            </a:extLst>
          </p:cNvPr>
          <p:cNvSpPr/>
          <p:nvPr/>
        </p:nvSpPr>
        <p:spPr>
          <a:xfrm>
            <a:off x="8241082" y="2136058"/>
            <a:ext cx="2503948" cy="2015613"/>
          </a:xfrm>
          <a:prstGeom prst="roundRect">
            <a:avLst/>
          </a:prstGeom>
          <a:solidFill>
            <a:schemeClr val="bg1">
              <a:lumMod val="75000"/>
            </a:schemeClr>
          </a:solidFill>
          <a:ln>
            <a:noFill/>
          </a:ln>
          <a:scene3d>
            <a:camera prst="isometricTopUp"/>
            <a:lightRig rig="threePt" dir="t"/>
          </a:scene3d>
          <a:sp3d extrusionH="317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66718767-E358-A683-8582-000292F94084}"/>
              </a:ext>
            </a:extLst>
          </p:cNvPr>
          <p:cNvSpPr/>
          <p:nvPr/>
        </p:nvSpPr>
        <p:spPr>
          <a:xfrm>
            <a:off x="8540161" y="1777919"/>
            <a:ext cx="1861574" cy="1336859"/>
          </a:xfrm>
          <a:prstGeom prst="roundRect">
            <a:avLst/>
          </a:prstGeom>
          <a:solidFill>
            <a:schemeClr val="accent4"/>
          </a:solidFill>
          <a:ln>
            <a:noFill/>
          </a:ln>
          <a:scene3d>
            <a:camera prst="isometricTopUp"/>
            <a:lightRig rig="threePt" dir="t"/>
          </a:scene3d>
          <a:sp3d extrusionH="889000">
            <a:extrusionClr>
              <a:schemeClr val="accent4">
                <a:lumMod val="60000"/>
                <a:lumOff val="40000"/>
              </a:schemeClr>
            </a:extrusion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latin typeface="LATO" panose="020F0502020204030203" pitchFamily="34" charset="0"/>
                <a:ea typeface="LATO" panose="020F0502020204030203" pitchFamily="34" charset="0"/>
                <a:cs typeface="LATO" panose="020F0502020204030203" pitchFamily="34" charset="0"/>
              </a:rPr>
              <a:t>2 . 89</a:t>
            </a:r>
            <a:endParaRPr lang="en-IN" sz="4000" b="1"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4" name="TextBox 13">
            <a:extLst>
              <a:ext uri="{FF2B5EF4-FFF2-40B4-BE49-F238E27FC236}">
                <a16:creationId xmlns:a16="http://schemas.microsoft.com/office/drawing/2014/main" id="{FF44BA1D-5979-3177-0F0A-06CD671D46C1}"/>
              </a:ext>
            </a:extLst>
          </p:cNvPr>
          <p:cNvSpPr txBox="1"/>
          <p:nvPr/>
        </p:nvSpPr>
        <p:spPr>
          <a:xfrm>
            <a:off x="5598240" y="288901"/>
            <a:ext cx="1425245" cy="707886"/>
          </a:xfrm>
          <a:prstGeom prst="rect">
            <a:avLst/>
          </a:prstGeom>
          <a:noFill/>
        </p:spPr>
        <p:txBody>
          <a:bodyPr wrap="square" rtlCol="0">
            <a:spAutoFit/>
          </a:bodyPr>
          <a:lstStyle/>
          <a:p>
            <a:r>
              <a:rPr lang="en-US" sz="4000" dirty="0">
                <a:latin typeface="ANTON" pitchFamily="2" charset="0"/>
              </a:rPr>
              <a:t>KPI’S</a:t>
            </a:r>
            <a:endParaRPr lang="en-IN" sz="4000" dirty="0">
              <a:latin typeface="ANTON" pitchFamily="2" charset="0"/>
            </a:endParaRPr>
          </a:p>
        </p:txBody>
      </p:sp>
      <p:sp>
        <p:nvSpPr>
          <p:cNvPr id="16" name="TextBox 15">
            <a:extLst>
              <a:ext uri="{FF2B5EF4-FFF2-40B4-BE49-F238E27FC236}">
                <a16:creationId xmlns:a16="http://schemas.microsoft.com/office/drawing/2014/main" id="{B1C1A31F-4D1F-FE5D-2BBA-2199DF79D32D}"/>
              </a:ext>
            </a:extLst>
          </p:cNvPr>
          <p:cNvSpPr txBox="1"/>
          <p:nvPr/>
        </p:nvSpPr>
        <p:spPr>
          <a:xfrm>
            <a:off x="106312" y="5929143"/>
            <a:ext cx="2233765" cy="584775"/>
          </a:xfrm>
          <a:prstGeom prst="rect">
            <a:avLst/>
          </a:prstGeom>
          <a:noFill/>
        </p:spPr>
        <p:txBody>
          <a:bodyPr wrap="square" rtlCol="0">
            <a:spAutoFit/>
          </a:bodyPr>
          <a:lstStyle/>
          <a:p>
            <a:r>
              <a:rPr lang="en-US" sz="3200" b="1" dirty="0">
                <a:latin typeface="LORA" pitchFamily="2" charset="0"/>
              </a:rPr>
              <a:t>CUISINES</a:t>
            </a:r>
            <a:endParaRPr lang="en-IN" sz="3200" b="1" dirty="0">
              <a:latin typeface="LORA" pitchFamily="2" charset="0"/>
            </a:endParaRPr>
          </a:p>
        </p:txBody>
      </p:sp>
      <p:sp>
        <p:nvSpPr>
          <p:cNvPr id="17" name="TextBox 16">
            <a:extLst>
              <a:ext uri="{FF2B5EF4-FFF2-40B4-BE49-F238E27FC236}">
                <a16:creationId xmlns:a16="http://schemas.microsoft.com/office/drawing/2014/main" id="{DBE8429E-08DD-F523-90A4-411C10C693BB}"/>
              </a:ext>
            </a:extLst>
          </p:cNvPr>
          <p:cNvSpPr txBox="1"/>
          <p:nvPr/>
        </p:nvSpPr>
        <p:spPr>
          <a:xfrm>
            <a:off x="238013" y="1489622"/>
            <a:ext cx="3235450" cy="584775"/>
          </a:xfrm>
          <a:prstGeom prst="rect">
            <a:avLst/>
          </a:prstGeom>
          <a:noFill/>
        </p:spPr>
        <p:txBody>
          <a:bodyPr wrap="square" rtlCol="0">
            <a:spAutoFit/>
          </a:bodyPr>
          <a:lstStyle/>
          <a:p>
            <a:r>
              <a:rPr lang="en-US" sz="3200" b="1" dirty="0">
                <a:latin typeface="LORA" pitchFamily="2" charset="0"/>
              </a:rPr>
              <a:t>RESTAURANTS</a:t>
            </a:r>
            <a:endParaRPr lang="en-IN" sz="3200" b="1" dirty="0">
              <a:latin typeface="LORA" pitchFamily="2" charset="0"/>
            </a:endParaRPr>
          </a:p>
        </p:txBody>
      </p:sp>
      <p:sp>
        <p:nvSpPr>
          <p:cNvPr id="18" name="TextBox 17">
            <a:extLst>
              <a:ext uri="{FF2B5EF4-FFF2-40B4-BE49-F238E27FC236}">
                <a16:creationId xmlns:a16="http://schemas.microsoft.com/office/drawing/2014/main" id="{C70657BD-017F-6E5C-A494-154125ADEC3B}"/>
              </a:ext>
            </a:extLst>
          </p:cNvPr>
          <p:cNvSpPr txBox="1"/>
          <p:nvPr/>
        </p:nvSpPr>
        <p:spPr>
          <a:xfrm>
            <a:off x="8540161" y="5788496"/>
            <a:ext cx="1790265" cy="584775"/>
          </a:xfrm>
          <a:prstGeom prst="rect">
            <a:avLst/>
          </a:prstGeom>
          <a:noFill/>
        </p:spPr>
        <p:txBody>
          <a:bodyPr wrap="square" rtlCol="0">
            <a:spAutoFit/>
          </a:bodyPr>
          <a:lstStyle/>
          <a:p>
            <a:r>
              <a:rPr lang="en-US" sz="3200" b="1" dirty="0">
                <a:latin typeface="LORA" pitchFamily="2" charset="0"/>
              </a:rPr>
              <a:t>CITIES</a:t>
            </a:r>
            <a:endParaRPr lang="en-IN" sz="3200" b="1" dirty="0">
              <a:latin typeface="LORA" pitchFamily="2" charset="0"/>
            </a:endParaRPr>
          </a:p>
        </p:txBody>
      </p:sp>
      <p:sp>
        <p:nvSpPr>
          <p:cNvPr id="19" name="TextBox 18">
            <a:extLst>
              <a:ext uri="{FF2B5EF4-FFF2-40B4-BE49-F238E27FC236}">
                <a16:creationId xmlns:a16="http://schemas.microsoft.com/office/drawing/2014/main" id="{8AAA1332-D577-7FFE-EB94-D2CB42FBD930}"/>
              </a:ext>
            </a:extLst>
          </p:cNvPr>
          <p:cNvSpPr txBox="1"/>
          <p:nvPr/>
        </p:nvSpPr>
        <p:spPr>
          <a:xfrm>
            <a:off x="9828771" y="3913028"/>
            <a:ext cx="2503948" cy="1077218"/>
          </a:xfrm>
          <a:prstGeom prst="rect">
            <a:avLst/>
          </a:prstGeom>
          <a:noFill/>
        </p:spPr>
        <p:txBody>
          <a:bodyPr wrap="square" rtlCol="0">
            <a:spAutoFit/>
          </a:bodyPr>
          <a:lstStyle/>
          <a:p>
            <a:r>
              <a:rPr lang="en-US" sz="3200" b="1" dirty="0">
                <a:latin typeface="LORA" pitchFamily="2" charset="0"/>
              </a:rPr>
              <a:t>AVERAGE RATING</a:t>
            </a:r>
            <a:endParaRPr lang="en-IN" sz="3200" b="1" dirty="0">
              <a:latin typeface="LORA" pitchFamily="2" charset="0"/>
            </a:endParaRPr>
          </a:p>
        </p:txBody>
      </p:sp>
    </p:spTree>
    <p:extLst>
      <p:ext uri="{BB962C8B-B14F-4D97-AF65-F5344CB8AC3E}">
        <p14:creationId xmlns:p14="http://schemas.microsoft.com/office/powerpoint/2010/main" val="1553157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1000"/>
                                        <p:tgtEl>
                                          <p:spTgt spid="5"/>
                                        </p:tgtEl>
                                      </p:cBhvr>
                                    </p:animEffect>
                                  </p:childTnLst>
                                </p:cTn>
                              </p:par>
                            </p:childTnLst>
                          </p:cTn>
                        </p:par>
                        <p:par>
                          <p:cTn id="8" fill="hold">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500"/>
                                        <p:tgtEl>
                                          <p:spTgt spid="6"/>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childTnLst>
                          </p:cTn>
                        </p:par>
                        <p:par>
                          <p:cTn id="16" fill="hold">
                            <p:stCondLst>
                              <p:cond delay="2000"/>
                            </p:stCondLst>
                            <p:childTnLst>
                              <p:par>
                                <p:cTn id="17" presetID="22" presetClass="entr" presetSubtype="4"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750"/>
                                        <p:tgtEl>
                                          <p:spTgt spid="9"/>
                                        </p:tgtEl>
                                      </p:cBhvr>
                                    </p:animEffect>
                                  </p:childTnLst>
                                </p:cTn>
                              </p:par>
                            </p:childTnLst>
                          </p:cTn>
                        </p:par>
                        <p:par>
                          <p:cTn id="20" fill="hold">
                            <p:stCondLst>
                              <p:cond delay="2750"/>
                            </p:stCondLst>
                            <p:childTnLst>
                              <p:par>
                                <p:cTn id="21" presetID="22" presetClass="entr" presetSubtype="4"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down)">
                                      <p:cBhvr>
                                        <p:cTn id="23" dur="500"/>
                                        <p:tgtEl>
                                          <p:spTgt spid="10"/>
                                        </p:tgtEl>
                                      </p:cBhvr>
                                    </p:animEffect>
                                  </p:childTnLst>
                                </p:cTn>
                              </p:par>
                            </p:childTnLst>
                          </p:cTn>
                        </p:par>
                        <p:par>
                          <p:cTn id="24" fill="hold">
                            <p:stCondLst>
                              <p:cond delay="3250"/>
                            </p:stCondLst>
                            <p:childTnLst>
                              <p:par>
                                <p:cTn id="25" presetID="22" presetClass="entr" presetSubtype="8"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par>
                          <p:cTn id="28" fill="hold">
                            <p:stCondLst>
                              <p:cond delay="3750"/>
                            </p:stCondLst>
                            <p:childTnLst>
                              <p:par>
                                <p:cTn id="29" presetID="2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down)">
                                      <p:cBhvr>
                                        <p:cTn id="31" dur="750"/>
                                        <p:tgtEl>
                                          <p:spTgt spid="7"/>
                                        </p:tgtEl>
                                      </p:cBhvr>
                                    </p:animEffect>
                                  </p:childTnLst>
                                </p:cTn>
                              </p:par>
                            </p:childTnLst>
                          </p:cTn>
                        </p:par>
                        <p:par>
                          <p:cTn id="32" fill="hold">
                            <p:stCondLst>
                              <p:cond delay="4500"/>
                            </p:stCondLst>
                            <p:childTnLst>
                              <p:par>
                                <p:cTn id="33" presetID="22" presetClass="entr" presetSubtype="4"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down)">
                                      <p:cBhvr>
                                        <p:cTn id="35" dur="500"/>
                                        <p:tgtEl>
                                          <p:spTgt spid="8"/>
                                        </p:tgtEl>
                                      </p:cBhvr>
                                    </p:animEffect>
                                  </p:childTnLst>
                                </p:cTn>
                              </p:par>
                            </p:childTnLst>
                          </p:cTn>
                        </p:par>
                        <p:par>
                          <p:cTn id="36" fill="hold">
                            <p:stCondLst>
                              <p:cond delay="5000"/>
                            </p:stCondLst>
                            <p:childTnLst>
                              <p:par>
                                <p:cTn id="37" presetID="22" presetClass="entr" presetSubtype="8" fill="hold" grpId="0"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left)">
                                      <p:cBhvr>
                                        <p:cTn id="39" dur="500"/>
                                        <p:tgtEl>
                                          <p:spTgt spid="18"/>
                                        </p:tgtEl>
                                      </p:cBhvr>
                                    </p:animEffect>
                                  </p:childTnLst>
                                </p:cTn>
                              </p:par>
                            </p:childTnLst>
                          </p:cTn>
                        </p:par>
                        <p:par>
                          <p:cTn id="40" fill="hold">
                            <p:stCondLst>
                              <p:cond delay="5500"/>
                            </p:stCondLst>
                            <p:childTnLst>
                              <p:par>
                                <p:cTn id="41" presetID="22" presetClass="entr" presetSubtype="4"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down)">
                                      <p:cBhvr>
                                        <p:cTn id="43" dur="750"/>
                                        <p:tgtEl>
                                          <p:spTgt spid="11"/>
                                        </p:tgtEl>
                                      </p:cBhvr>
                                    </p:animEffect>
                                  </p:childTnLst>
                                </p:cTn>
                              </p:par>
                            </p:childTnLst>
                          </p:cTn>
                        </p:par>
                        <p:par>
                          <p:cTn id="44" fill="hold">
                            <p:stCondLst>
                              <p:cond delay="6250"/>
                            </p:stCondLst>
                            <p:childTnLst>
                              <p:par>
                                <p:cTn id="45" presetID="22" presetClass="entr" presetSubtype="4" fill="hold" grpId="0"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down)">
                                      <p:cBhvr>
                                        <p:cTn id="47" dur="500"/>
                                        <p:tgtEl>
                                          <p:spTgt spid="12"/>
                                        </p:tgtEl>
                                      </p:cBhvr>
                                    </p:animEffect>
                                  </p:childTnLst>
                                </p:cTn>
                              </p:par>
                            </p:childTnLst>
                          </p:cTn>
                        </p:par>
                        <p:par>
                          <p:cTn id="48" fill="hold">
                            <p:stCondLst>
                              <p:cond delay="6750"/>
                            </p:stCondLst>
                            <p:childTnLst>
                              <p:par>
                                <p:cTn id="49" presetID="22" presetClass="entr" presetSubtype="8"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wipe(left)">
                                      <p:cBhvr>
                                        <p:cTn id="5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6" grpId="0"/>
      <p:bldP spid="17" grpId="0"/>
      <p:bldP spid="18" grpId="0"/>
      <p:bldP spid="19"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AD9A888-0A84-11A2-C08B-1EE7FC38B3B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3626" y="1142703"/>
            <a:ext cx="11366090" cy="5582562"/>
          </a:xfrm>
        </p:spPr>
      </p:pic>
      <p:sp>
        <p:nvSpPr>
          <p:cNvPr id="4" name="Rectangle 3">
            <a:extLst>
              <a:ext uri="{FF2B5EF4-FFF2-40B4-BE49-F238E27FC236}">
                <a16:creationId xmlns:a16="http://schemas.microsoft.com/office/drawing/2014/main" id="{DE7247B9-1AC6-87CC-A1B4-FF38393CDD27}"/>
              </a:ext>
            </a:extLst>
          </p:cNvPr>
          <p:cNvSpPr/>
          <p:nvPr/>
        </p:nvSpPr>
        <p:spPr>
          <a:xfrm>
            <a:off x="3438094" y="219372"/>
            <a:ext cx="4942187" cy="923330"/>
          </a:xfrm>
          <a:prstGeom prst="rect">
            <a:avLst/>
          </a:prstGeom>
          <a:noFill/>
        </p:spPr>
        <p:txBody>
          <a:bodyPr wrap="none" lIns="91440" tIns="45720" rIns="91440" bIns="45720">
            <a:spAutoFit/>
          </a:bodyPr>
          <a:lstStyle/>
          <a:p>
            <a:pPr algn="ctr"/>
            <a:r>
              <a:rPr lang="en-US" sz="5400" b="1" dirty="0">
                <a:ln w="13462">
                  <a:solidFill>
                    <a:schemeClr val="tx1">
                      <a:lumMod val="95000"/>
                      <a:lumOff val="5000"/>
                    </a:schemeClr>
                  </a:solidFill>
                  <a:prstDash val="solid"/>
                </a:ln>
                <a:solidFill>
                  <a:srgbClr val="FF0000"/>
                </a:solidFill>
                <a:effectLst>
                  <a:outerShdw dist="38100" dir="2700000" algn="bl" rotWithShape="0">
                    <a:schemeClr val="accent5"/>
                  </a:outerShdw>
                </a:effectLst>
              </a:rPr>
              <a:t>DATA CLEANING</a:t>
            </a:r>
          </a:p>
        </p:txBody>
      </p:sp>
    </p:spTree>
    <p:extLst>
      <p:ext uri="{BB962C8B-B14F-4D97-AF65-F5344CB8AC3E}">
        <p14:creationId xmlns:p14="http://schemas.microsoft.com/office/powerpoint/2010/main" val="25998963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00E6B4E-AF6F-A45F-45FD-0BB1AFCB22C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630" t="12024" r="1304" b="6689"/>
          <a:stretch/>
        </p:blipFill>
        <p:spPr>
          <a:xfrm>
            <a:off x="127819" y="1142702"/>
            <a:ext cx="11897033" cy="5715298"/>
          </a:xfrm>
        </p:spPr>
      </p:pic>
      <p:sp>
        <p:nvSpPr>
          <p:cNvPr id="4" name="Rectangle 3">
            <a:extLst>
              <a:ext uri="{FF2B5EF4-FFF2-40B4-BE49-F238E27FC236}">
                <a16:creationId xmlns:a16="http://schemas.microsoft.com/office/drawing/2014/main" id="{8C89F9A0-C5FC-93FF-0944-4A0C42CD2773}"/>
              </a:ext>
            </a:extLst>
          </p:cNvPr>
          <p:cNvSpPr/>
          <p:nvPr/>
        </p:nvSpPr>
        <p:spPr>
          <a:xfrm>
            <a:off x="2522256" y="219372"/>
            <a:ext cx="6675545" cy="923330"/>
          </a:xfrm>
          <a:prstGeom prst="rect">
            <a:avLst/>
          </a:prstGeom>
          <a:noFill/>
          <a:effectLst>
            <a:glow rad="139700">
              <a:schemeClr val="accent6">
                <a:satMod val="175000"/>
                <a:alpha val="40000"/>
              </a:schemeClr>
            </a:glow>
            <a:outerShdw blurRad="50800" dist="38100" dir="5400000" algn="t" rotWithShape="0">
              <a:prstClr val="black">
                <a:alpha val="40000"/>
              </a:prstClr>
            </a:outerShdw>
          </a:effectLst>
        </p:spPr>
        <p:txBody>
          <a:bodyPr wrap="none" lIns="91440" tIns="45720" rIns="91440" bIns="45720">
            <a:spAutoFit/>
          </a:bodyPr>
          <a:lstStyle/>
          <a:p>
            <a:pPr algn="ctr"/>
            <a:r>
              <a:rPr lang="en-US" sz="5400" b="1" dirty="0">
                <a:ln>
                  <a:solidFill>
                    <a:srgbClr val="002060"/>
                  </a:solidFill>
                </a:ln>
                <a:solidFill>
                  <a:srgbClr val="2E2B73"/>
                </a:solidFill>
                <a:effectLst>
                  <a:outerShdw blurRad="38100" dist="19050" dir="2700000" algn="tl" rotWithShape="0">
                    <a:schemeClr val="dk1">
                      <a:lumMod val="50000"/>
                      <a:alpha val="40000"/>
                    </a:schemeClr>
                  </a:outerShdw>
                </a:effectLst>
              </a:rPr>
              <a:t>DASHBOARD OF EXCEL</a:t>
            </a:r>
            <a:endParaRPr lang="en-US" sz="5400" b="1" cap="none" spc="0" dirty="0">
              <a:ln>
                <a:solidFill>
                  <a:srgbClr val="002060"/>
                </a:solidFill>
              </a:ln>
              <a:solidFill>
                <a:srgbClr val="2E2B73"/>
              </a:solidFill>
              <a:effectLst>
                <a:outerShdw blurRad="38100" dist="19050" dir="2700000" algn="tl" rotWithShape="0">
                  <a:schemeClr val="dk1">
                    <a:lumMod val="50000"/>
                    <a:alpha val="40000"/>
                  </a:schemeClr>
                </a:outerShdw>
              </a:effectLst>
            </a:endParaRPr>
          </a:p>
        </p:txBody>
      </p:sp>
    </p:spTree>
    <p:extLst>
      <p:ext uri="{BB962C8B-B14F-4D97-AF65-F5344CB8AC3E}">
        <p14:creationId xmlns:p14="http://schemas.microsoft.com/office/powerpoint/2010/main" val="1790166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0E917C4-A16F-9184-914C-9E56A249A499}"/>
              </a:ext>
            </a:extLst>
          </p:cNvPr>
          <p:cNvSpPr/>
          <p:nvPr/>
        </p:nvSpPr>
        <p:spPr>
          <a:xfrm>
            <a:off x="2109264" y="219372"/>
            <a:ext cx="7737504" cy="923330"/>
          </a:xfrm>
          <a:prstGeom prst="rect">
            <a:avLst/>
          </a:prstGeom>
          <a:noFill/>
        </p:spPr>
        <p:txBody>
          <a:bodyPr wrap="none" lIns="91440" tIns="45720" rIns="91440" bIns="45720">
            <a:spAutoFit/>
          </a:bodyPr>
          <a:lstStyle/>
          <a:p>
            <a:pPr algn="ctr"/>
            <a:r>
              <a:rPr lang="en-US" sz="5400" b="1" dirty="0">
                <a:ln w="9525">
                  <a:solidFill>
                    <a:srgbClr val="094457"/>
                  </a:solidFill>
                  <a:prstDash val="solid"/>
                </a:ln>
                <a:solidFill>
                  <a:srgbClr val="0D4B17"/>
                </a:solidFill>
                <a:effectLst>
                  <a:outerShdw blurRad="12700" dist="38100" dir="2700000" algn="tl" rotWithShape="0">
                    <a:schemeClr val="bg1">
                      <a:lumMod val="50000"/>
                    </a:schemeClr>
                  </a:outerShdw>
                </a:effectLst>
              </a:rPr>
              <a:t>DASHBOARD OF POWERBI</a:t>
            </a:r>
            <a:endParaRPr lang="en-US" sz="5400" b="1" cap="none" spc="0" dirty="0">
              <a:ln w="9525">
                <a:solidFill>
                  <a:srgbClr val="094457"/>
                </a:solidFill>
                <a:prstDash val="solid"/>
              </a:ln>
              <a:solidFill>
                <a:srgbClr val="0D4B17"/>
              </a:solidFill>
              <a:effectLst>
                <a:outerShdw blurRad="12700" dist="38100" dir="2700000" algn="tl" rotWithShape="0">
                  <a:schemeClr val="bg1">
                    <a:lumMod val="50000"/>
                  </a:schemeClr>
                </a:outerShdw>
              </a:effectLst>
            </a:endParaRPr>
          </a:p>
        </p:txBody>
      </p:sp>
      <p:pic>
        <p:nvPicPr>
          <p:cNvPr id="10" name="Content Placeholder 9">
            <a:extLst>
              <a:ext uri="{FF2B5EF4-FFF2-40B4-BE49-F238E27FC236}">
                <a16:creationId xmlns:a16="http://schemas.microsoft.com/office/drawing/2014/main" id="{61DDE9A1-D354-E444-1417-693409795AC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6813" y="1024716"/>
            <a:ext cx="11759381" cy="5833284"/>
          </a:xfrm>
        </p:spPr>
      </p:pic>
    </p:spTree>
    <p:extLst>
      <p:ext uri="{BB962C8B-B14F-4D97-AF65-F5344CB8AC3E}">
        <p14:creationId xmlns:p14="http://schemas.microsoft.com/office/powerpoint/2010/main" val="4142710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rrow: Right 10">
            <a:extLst>
              <a:ext uri="{FF2B5EF4-FFF2-40B4-BE49-F238E27FC236}">
                <a16:creationId xmlns:a16="http://schemas.microsoft.com/office/drawing/2014/main" id="{63325E30-3C89-C831-D061-A27F6E84DC57}"/>
              </a:ext>
            </a:extLst>
          </p:cNvPr>
          <p:cNvSpPr/>
          <p:nvPr/>
        </p:nvSpPr>
        <p:spPr>
          <a:xfrm>
            <a:off x="6019800" y="2330245"/>
            <a:ext cx="754626" cy="265471"/>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chemeClr val="tx1"/>
                </a:solidFill>
              </a:ln>
              <a:solidFill>
                <a:schemeClr val="accent2"/>
              </a:solidFill>
            </a:endParaRPr>
          </a:p>
        </p:txBody>
      </p:sp>
      <p:pic>
        <p:nvPicPr>
          <p:cNvPr id="5" name="Content Placeholder 5">
            <a:extLst>
              <a:ext uri="{FF2B5EF4-FFF2-40B4-BE49-F238E27FC236}">
                <a16:creationId xmlns:a16="http://schemas.microsoft.com/office/drawing/2014/main" id="{562A7B7A-DE6F-1BBB-3CEB-689F799881F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1825626"/>
            <a:ext cx="5181600" cy="1448516"/>
          </a:xfrm>
        </p:spPr>
      </p:pic>
      <p:pic>
        <p:nvPicPr>
          <p:cNvPr id="6" name="Picture 5">
            <a:extLst>
              <a:ext uri="{FF2B5EF4-FFF2-40B4-BE49-F238E27FC236}">
                <a16:creationId xmlns:a16="http://schemas.microsoft.com/office/drawing/2014/main" id="{ACE7E1E0-591F-82C7-6CE3-BEBBCEB058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3706811"/>
            <a:ext cx="5181600" cy="2470152"/>
          </a:xfrm>
          <a:prstGeom prst="rect">
            <a:avLst/>
          </a:prstGeom>
        </p:spPr>
      </p:pic>
      <p:sp>
        <p:nvSpPr>
          <p:cNvPr id="7" name="Rectangle 6">
            <a:extLst>
              <a:ext uri="{FF2B5EF4-FFF2-40B4-BE49-F238E27FC236}">
                <a16:creationId xmlns:a16="http://schemas.microsoft.com/office/drawing/2014/main" id="{961BF216-ED6E-08B3-853A-6AFC98A40F87}"/>
              </a:ext>
            </a:extLst>
          </p:cNvPr>
          <p:cNvSpPr/>
          <p:nvPr/>
        </p:nvSpPr>
        <p:spPr>
          <a:xfrm>
            <a:off x="4086578" y="968"/>
            <a:ext cx="3866443" cy="923330"/>
          </a:xfrm>
          <a:prstGeom prst="rect">
            <a:avLst/>
          </a:prstGeom>
          <a:noFill/>
        </p:spPr>
        <p:txBody>
          <a:bodyPr wrap="none" lIns="91440" tIns="45720" rIns="91440" bIns="45720">
            <a:spAutoFit/>
          </a:bodyPr>
          <a:lstStyle/>
          <a:p>
            <a:pPr algn="ctr"/>
            <a:r>
              <a:rPr lang="en-US" sz="54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SQL QUERIES</a:t>
            </a:r>
            <a:endPar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pic>
        <p:nvPicPr>
          <p:cNvPr id="8" name="Content Placeholder 7">
            <a:extLst>
              <a:ext uri="{FF2B5EF4-FFF2-40B4-BE49-F238E27FC236}">
                <a16:creationId xmlns:a16="http://schemas.microsoft.com/office/drawing/2014/main" id="{B9A81921-D4C3-2D7E-83A7-21DEB5B0FB6C}"/>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rcRect b="62982"/>
          <a:stretch/>
        </p:blipFill>
        <p:spPr>
          <a:xfrm>
            <a:off x="7057349" y="1825626"/>
            <a:ext cx="3404174" cy="1251892"/>
          </a:xfrm>
          <a:prstGeom prst="rect">
            <a:avLst/>
          </a:prstGeom>
        </p:spPr>
      </p:pic>
      <p:pic>
        <p:nvPicPr>
          <p:cNvPr id="9" name="Picture 8">
            <a:extLst>
              <a:ext uri="{FF2B5EF4-FFF2-40B4-BE49-F238E27FC236}">
                <a16:creationId xmlns:a16="http://schemas.microsoft.com/office/drawing/2014/main" id="{DA0E37DF-A6A5-9B97-0C66-16D3DD258F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45839" y="4333112"/>
            <a:ext cx="1821180" cy="1366401"/>
          </a:xfrm>
          <a:prstGeom prst="rect">
            <a:avLst/>
          </a:prstGeom>
        </p:spPr>
      </p:pic>
      <p:pic>
        <p:nvPicPr>
          <p:cNvPr id="10" name="Picture 9">
            <a:extLst>
              <a:ext uri="{FF2B5EF4-FFF2-40B4-BE49-F238E27FC236}">
                <a16:creationId xmlns:a16="http://schemas.microsoft.com/office/drawing/2014/main" id="{E37797C1-9552-D031-CA2A-1DCE99AD051A}"/>
              </a:ext>
            </a:extLst>
          </p:cNvPr>
          <p:cNvPicPr>
            <a:picLocks noChangeAspect="1"/>
          </p:cNvPicPr>
          <p:nvPr/>
        </p:nvPicPr>
        <p:blipFill>
          <a:blip r:embed="rId6">
            <a:extLst>
              <a:ext uri="{28A0092B-C50C-407E-A947-70E740481C1C}">
                <a14:useLocalDpi xmlns:a14="http://schemas.microsoft.com/office/drawing/2010/main" val="0"/>
              </a:ext>
            </a:extLst>
          </a:blip>
          <a:srcRect b="69270"/>
          <a:stretch/>
        </p:blipFill>
        <p:spPr>
          <a:xfrm>
            <a:off x="9134168" y="4333112"/>
            <a:ext cx="1927655" cy="1169756"/>
          </a:xfrm>
          <a:prstGeom prst="rect">
            <a:avLst/>
          </a:prstGeom>
        </p:spPr>
      </p:pic>
      <p:sp>
        <p:nvSpPr>
          <p:cNvPr id="12" name="Arrow: Right 11">
            <a:extLst>
              <a:ext uri="{FF2B5EF4-FFF2-40B4-BE49-F238E27FC236}">
                <a16:creationId xmlns:a16="http://schemas.microsoft.com/office/drawing/2014/main" id="{79F90D16-60B9-6623-66F7-2F2C4F15069D}"/>
              </a:ext>
            </a:extLst>
          </p:cNvPr>
          <p:cNvSpPr/>
          <p:nvPr/>
        </p:nvSpPr>
        <p:spPr>
          <a:xfrm>
            <a:off x="6019800" y="4676416"/>
            <a:ext cx="754626" cy="265471"/>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chemeClr val="tx1"/>
                </a:solidFill>
              </a:ln>
              <a:solidFill>
                <a:schemeClr val="accent2"/>
              </a:solidFill>
            </a:endParaRPr>
          </a:p>
        </p:txBody>
      </p:sp>
      <p:sp>
        <p:nvSpPr>
          <p:cNvPr id="14" name="Rectangle 13">
            <a:extLst>
              <a:ext uri="{FF2B5EF4-FFF2-40B4-BE49-F238E27FC236}">
                <a16:creationId xmlns:a16="http://schemas.microsoft.com/office/drawing/2014/main" id="{78413A6C-7121-D69B-9DA8-798B14CB4E91}"/>
              </a:ext>
            </a:extLst>
          </p:cNvPr>
          <p:cNvSpPr/>
          <p:nvPr/>
        </p:nvSpPr>
        <p:spPr>
          <a:xfrm>
            <a:off x="2237493" y="946299"/>
            <a:ext cx="2633734" cy="923330"/>
          </a:xfrm>
          <a:prstGeom prst="rect">
            <a:avLst/>
          </a:prstGeom>
          <a:noFill/>
        </p:spPr>
        <p:txBody>
          <a:bodyPr wrap="square" lIns="91440" tIns="45720" rIns="91440" bIns="45720">
            <a:spAutoFit/>
          </a:bodyPr>
          <a:lstStyle/>
          <a:p>
            <a:pPr algn="ctr"/>
            <a:r>
              <a:rPr lang="en-US" sz="54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QUERIES</a:t>
            </a:r>
            <a:endPar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5" name="Rectangle 14">
            <a:extLst>
              <a:ext uri="{FF2B5EF4-FFF2-40B4-BE49-F238E27FC236}">
                <a16:creationId xmlns:a16="http://schemas.microsoft.com/office/drawing/2014/main" id="{C15F1A20-B687-AB30-70A2-047386A8F67B}"/>
              </a:ext>
            </a:extLst>
          </p:cNvPr>
          <p:cNvSpPr/>
          <p:nvPr/>
        </p:nvSpPr>
        <p:spPr>
          <a:xfrm>
            <a:off x="7145838" y="893467"/>
            <a:ext cx="3598607" cy="923330"/>
          </a:xfrm>
          <a:prstGeom prst="rect">
            <a:avLst/>
          </a:prstGeom>
          <a:noFill/>
        </p:spPr>
        <p:txBody>
          <a:bodyPr wrap="squar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RESULTANT</a:t>
            </a:r>
          </a:p>
        </p:txBody>
      </p:sp>
    </p:spTree>
    <p:extLst>
      <p:ext uri="{BB962C8B-B14F-4D97-AF65-F5344CB8AC3E}">
        <p14:creationId xmlns:p14="http://schemas.microsoft.com/office/powerpoint/2010/main" val="3733769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rrow: Right 10">
            <a:extLst>
              <a:ext uri="{FF2B5EF4-FFF2-40B4-BE49-F238E27FC236}">
                <a16:creationId xmlns:a16="http://schemas.microsoft.com/office/drawing/2014/main" id="{63325E30-3C89-C831-D061-A27F6E84DC57}"/>
              </a:ext>
            </a:extLst>
          </p:cNvPr>
          <p:cNvSpPr/>
          <p:nvPr/>
        </p:nvSpPr>
        <p:spPr>
          <a:xfrm>
            <a:off x="6019800" y="2330245"/>
            <a:ext cx="754626" cy="265471"/>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chemeClr val="tx1"/>
                </a:solidFill>
              </a:ln>
              <a:solidFill>
                <a:schemeClr val="accent2"/>
              </a:solidFill>
            </a:endParaRPr>
          </a:p>
        </p:txBody>
      </p:sp>
      <p:sp>
        <p:nvSpPr>
          <p:cNvPr id="7" name="Rectangle 6">
            <a:extLst>
              <a:ext uri="{FF2B5EF4-FFF2-40B4-BE49-F238E27FC236}">
                <a16:creationId xmlns:a16="http://schemas.microsoft.com/office/drawing/2014/main" id="{961BF216-ED6E-08B3-853A-6AFC98A40F87}"/>
              </a:ext>
            </a:extLst>
          </p:cNvPr>
          <p:cNvSpPr/>
          <p:nvPr/>
        </p:nvSpPr>
        <p:spPr>
          <a:xfrm>
            <a:off x="4086578" y="968"/>
            <a:ext cx="3866443" cy="923330"/>
          </a:xfrm>
          <a:prstGeom prst="rect">
            <a:avLst/>
          </a:prstGeom>
          <a:noFill/>
        </p:spPr>
        <p:txBody>
          <a:bodyPr wrap="none" lIns="91440" tIns="45720" rIns="91440" bIns="45720">
            <a:spAutoFit/>
          </a:bodyPr>
          <a:lstStyle/>
          <a:p>
            <a:pPr algn="ctr"/>
            <a:r>
              <a:rPr lang="en-US" sz="54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SQL QUERIES</a:t>
            </a:r>
            <a:endPar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2" name="Arrow: Right 11">
            <a:extLst>
              <a:ext uri="{FF2B5EF4-FFF2-40B4-BE49-F238E27FC236}">
                <a16:creationId xmlns:a16="http://schemas.microsoft.com/office/drawing/2014/main" id="{79F90D16-60B9-6623-66F7-2F2C4F15069D}"/>
              </a:ext>
            </a:extLst>
          </p:cNvPr>
          <p:cNvSpPr/>
          <p:nvPr/>
        </p:nvSpPr>
        <p:spPr>
          <a:xfrm>
            <a:off x="6019800" y="4676416"/>
            <a:ext cx="754626" cy="265471"/>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chemeClr val="tx1"/>
                </a:solidFill>
              </a:ln>
              <a:solidFill>
                <a:schemeClr val="accent2"/>
              </a:solidFill>
            </a:endParaRPr>
          </a:p>
        </p:txBody>
      </p:sp>
      <p:sp>
        <p:nvSpPr>
          <p:cNvPr id="14" name="Rectangle 13">
            <a:extLst>
              <a:ext uri="{FF2B5EF4-FFF2-40B4-BE49-F238E27FC236}">
                <a16:creationId xmlns:a16="http://schemas.microsoft.com/office/drawing/2014/main" id="{78413A6C-7121-D69B-9DA8-798B14CB4E91}"/>
              </a:ext>
            </a:extLst>
          </p:cNvPr>
          <p:cNvSpPr/>
          <p:nvPr/>
        </p:nvSpPr>
        <p:spPr>
          <a:xfrm>
            <a:off x="2237493" y="946299"/>
            <a:ext cx="2633734" cy="923330"/>
          </a:xfrm>
          <a:prstGeom prst="rect">
            <a:avLst/>
          </a:prstGeom>
          <a:noFill/>
        </p:spPr>
        <p:txBody>
          <a:bodyPr wrap="square" lIns="91440" tIns="45720" rIns="91440" bIns="45720">
            <a:spAutoFit/>
          </a:bodyPr>
          <a:lstStyle/>
          <a:p>
            <a:pPr algn="ctr"/>
            <a:r>
              <a:rPr lang="en-US" sz="54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QUERIES</a:t>
            </a:r>
            <a:endPar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5" name="Rectangle 14">
            <a:extLst>
              <a:ext uri="{FF2B5EF4-FFF2-40B4-BE49-F238E27FC236}">
                <a16:creationId xmlns:a16="http://schemas.microsoft.com/office/drawing/2014/main" id="{C15F1A20-B687-AB30-70A2-047386A8F67B}"/>
              </a:ext>
            </a:extLst>
          </p:cNvPr>
          <p:cNvSpPr/>
          <p:nvPr/>
        </p:nvSpPr>
        <p:spPr>
          <a:xfrm>
            <a:off x="7145838" y="893467"/>
            <a:ext cx="3598607" cy="923330"/>
          </a:xfrm>
          <a:prstGeom prst="rect">
            <a:avLst/>
          </a:prstGeom>
          <a:noFill/>
        </p:spPr>
        <p:txBody>
          <a:bodyPr wrap="squar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RESULTANT</a:t>
            </a:r>
          </a:p>
        </p:txBody>
      </p:sp>
      <p:pic>
        <p:nvPicPr>
          <p:cNvPr id="13" name="Content Placeholder 12">
            <a:extLst>
              <a:ext uri="{FF2B5EF4-FFF2-40B4-BE49-F238E27FC236}">
                <a16:creationId xmlns:a16="http://schemas.microsoft.com/office/drawing/2014/main" id="{C520C825-5983-B6C6-47B5-1DD57F487FD5}"/>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199" y="2035392"/>
            <a:ext cx="4898677" cy="1393607"/>
          </a:xfrm>
        </p:spPr>
      </p:pic>
      <p:pic>
        <p:nvPicPr>
          <p:cNvPr id="19" name="Content Placeholder 18">
            <a:extLst>
              <a:ext uri="{FF2B5EF4-FFF2-40B4-BE49-F238E27FC236}">
                <a16:creationId xmlns:a16="http://schemas.microsoft.com/office/drawing/2014/main" id="{EF69E73A-8C55-680B-0DD8-09D177D2F0DF}"/>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166542" y="2085703"/>
            <a:ext cx="3600953" cy="1343295"/>
          </a:xfrm>
        </p:spPr>
      </p:pic>
      <p:pic>
        <p:nvPicPr>
          <p:cNvPr id="21" name="Picture 20">
            <a:extLst>
              <a:ext uri="{FF2B5EF4-FFF2-40B4-BE49-F238E27FC236}">
                <a16:creationId xmlns:a16="http://schemas.microsoft.com/office/drawing/2014/main" id="{E9EBCF91-9E61-8308-8849-6AE14E56D1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199" y="3903406"/>
            <a:ext cx="5014452" cy="2015633"/>
          </a:xfrm>
          <a:prstGeom prst="rect">
            <a:avLst/>
          </a:prstGeom>
        </p:spPr>
      </p:pic>
      <p:pic>
        <p:nvPicPr>
          <p:cNvPr id="23" name="Picture 22">
            <a:extLst>
              <a:ext uri="{FF2B5EF4-FFF2-40B4-BE49-F238E27FC236}">
                <a16:creationId xmlns:a16="http://schemas.microsoft.com/office/drawing/2014/main" id="{A2B352BE-E249-8808-05DF-F71521AC4C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66542" y="4408412"/>
            <a:ext cx="3600953" cy="1313962"/>
          </a:xfrm>
          <a:prstGeom prst="rect">
            <a:avLst/>
          </a:prstGeom>
        </p:spPr>
      </p:pic>
    </p:spTree>
    <p:extLst>
      <p:ext uri="{BB962C8B-B14F-4D97-AF65-F5344CB8AC3E}">
        <p14:creationId xmlns:p14="http://schemas.microsoft.com/office/powerpoint/2010/main" val="4046279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rrow: Right 10">
            <a:extLst>
              <a:ext uri="{FF2B5EF4-FFF2-40B4-BE49-F238E27FC236}">
                <a16:creationId xmlns:a16="http://schemas.microsoft.com/office/drawing/2014/main" id="{63325E30-3C89-C831-D061-A27F6E84DC57}"/>
              </a:ext>
            </a:extLst>
          </p:cNvPr>
          <p:cNvSpPr/>
          <p:nvPr/>
        </p:nvSpPr>
        <p:spPr>
          <a:xfrm>
            <a:off x="6019800" y="2330245"/>
            <a:ext cx="754626" cy="265471"/>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chemeClr val="tx1"/>
                </a:solidFill>
              </a:ln>
              <a:solidFill>
                <a:schemeClr val="accent2"/>
              </a:solidFill>
            </a:endParaRPr>
          </a:p>
        </p:txBody>
      </p:sp>
      <p:sp>
        <p:nvSpPr>
          <p:cNvPr id="7" name="Rectangle 6">
            <a:extLst>
              <a:ext uri="{FF2B5EF4-FFF2-40B4-BE49-F238E27FC236}">
                <a16:creationId xmlns:a16="http://schemas.microsoft.com/office/drawing/2014/main" id="{961BF216-ED6E-08B3-853A-6AFC98A40F87}"/>
              </a:ext>
            </a:extLst>
          </p:cNvPr>
          <p:cNvSpPr/>
          <p:nvPr/>
        </p:nvSpPr>
        <p:spPr>
          <a:xfrm>
            <a:off x="4086578" y="968"/>
            <a:ext cx="3866443" cy="923330"/>
          </a:xfrm>
          <a:prstGeom prst="rect">
            <a:avLst/>
          </a:prstGeom>
          <a:noFill/>
        </p:spPr>
        <p:txBody>
          <a:bodyPr wrap="none" lIns="91440" tIns="45720" rIns="91440" bIns="45720">
            <a:spAutoFit/>
          </a:bodyPr>
          <a:lstStyle/>
          <a:p>
            <a:pPr algn="ctr"/>
            <a:r>
              <a:rPr lang="en-US" sz="54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SQL QUERIES</a:t>
            </a:r>
            <a:endPar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2" name="Arrow: Right 11">
            <a:extLst>
              <a:ext uri="{FF2B5EF4-FFF2-40B4-BE49-F238E27FC236}">
                <a16:creationId xmlns:a16="http://schemas.microsoft.com/office/drawing/2014/main" id="{79F90D16-60B9-6623-66F7-2F2C4F15069D}"/>
              </a:ext>
            </a:extLst>
          </p:cNvPr>
          <p:cNvSpPr/>
          <p:nvPr/>
        </p:nvSpPr>
        <p:spPr>
          <a:xfrm>
            <a:off x="6019800" y="4676416"/>
            <a:ext cx="754626" cy="265471"/>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chemeClr val="tx1"/>
                </a:solidFill>
              </a:ln>
              <a:solidFill>
                <a:schemeClr val="accent2"/>
              </a:solidFill>
            </a:endParaRPr>
          </a:p>
        </p:txBody>
      </p:sp>
      <p:sp>
        <p:nvSpPr>
          <p:cNvPr id="14" name="Rectangle 13">
            <a:extLst>
              <a:ext uri="{FF2B5EF4-FFF2-40B4-BE49-F238E27FC236}">
                <a16:creationId xmlns:a16="http://schemas.microsoft.com/office/drawing/2014/main" id="{78413A6C-7121-D69B-9DA8-798B14CB4E91}"/>
              </a:ext>
            </a:extLst>
          </p:cNvPr>
          <p:cNvSpPr/>
          <p:nvPr/>
        </p:nvSpPr>
        <p:spPr>
          <a:xfrm>
            <a:off x="2237493" y="946299"/>
            <a:ext cx="2633734" cy="923330"/>
          </a:xfrm>
          <a:prstGeom prst="rect">
            <a:avLst/>
          </a:prstGeom>
          <a:noFill/>
        </p:spPr>
        <p:txBody>
          <a:bodyPr wrap="square" lIns="91440" tIns="45720" rIns="91440" bIns="45720">
            <a:spAutoFit/>
          </a:bodyPr>
          <a:lstStyle/>
          <a:p>
            <a:pPr algn="ctr"/>
            <a:r>
              <a:rPr lang="en-US" sz="54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QUERIES</a:t>
            </a:r>
            <a:endPar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5" name="Rectangle 14">
            <a:extLst>
              <a:ext uri="{FF2B5EF4-FFF2-40B4-BE49-F238E27FC236}">
                <a16:creationId xmlns:a16="http://schemas.microsoft.com/office/drawing/2014/main" id="{C15F1A20-B687-AB30-70A2-047386A8F67B}"/>
              </a:ext>
            </a:extLst>
          </p:cNvPr>
          <p:cNvSpPr/>
          <p:nvPr/>
        </p:nvSpPr>
        <p:spPr>
          <a:xfrm>
            <a:off x="7145838" y="893467"/>
            <a:ext cx="3598607" cy="923330"/>
          </a:xfrm>
          <a:prstGeom prst="rect">
            <a:avLst/>
          </a:prstGeom>
          <a:noFill/>
        </p:spPr>
        <p:txBody>
          <a:bodyPr wrap="squar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RESULTANT</a:t>
            </a:r>
          </a:p>
        </p:txBody>
      </p:sp>
      <p:pic>
        <p:nvPicPr>
          <p:cNvPr id="3" name="Picture 2">
            <a:extLst>
              <a:ext uri="{FF2B5EF4-FFF2-40B4-BE49-F238E27FC236}">
                <a16:creationId xmlns:a16="http://schemas.microsoft.com/office/drawing/2014/main" id="{421100C7-F4B2-E011-790B-9C4FCB373B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9" y="4219152"/>
            <a:ext cx="4033028" cy="914528"/>
          </a:xfrm>
          <a:prstGeom prst="rect">
            <a:avLst/>
          </a:prstGeom>
        </p:spPr>
      </p:pic>
      <p:pic>
        <p:nvPicPr>
          <p:cNvPr id="10" name="Picture 9">
            <a:extLst>
              <a:ext uri="{FF2B5EF4-FFF2-40B4-BE49-F238E27FC236}">
                <a16:creationId xmlns:a16="http://schemas.microsoft.com/office/drawing/2014/main" id="{4DCD9D9D-2F30-8EF3-65A6-6C08F3E26C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3072" y="4219152"/>
            <a:ext cx="3391373" cy="1457528"/>
          </a:xfrm>
          <a:prstGeom prst="rect">
            <a:avLst/>
          </a:prstGeom>
        </p:spPr>
      </p:pic>
      <p:pic>
        <p:nvPicPr>
          <p:cNvPr id="32" name="Content Placeholder 31">
            <a:extLst>
              <a:ext uri="{FF2B5EF4-FFF2-40B4-BE49-F238E27FC236}">
                <a16:creationId xmlns:a16="http://schemas.microsoft.com/office/drawing/2014/main" id="{A1EC003F-170E-405C-A1F9-FAE579F9FAF0}"/>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7320775" y="1867215"/>
            <a:ext cx="3143689" cy="1543265"/>
          </a:xfrm>
        </p:spPr>
      </p:pic>
      <p:pic>
        <p:nvPicPr>
          <p:cNvPr id="30" name="Content Placeholder 29">
            <a:extLst>
              <a:ext uri="{FF2B5EF4-FFF2-40B4-BE49-F238E27FC236}">
                <a16:creationId xmlns:a16="http://schemas.microsoft.com/office/drawing/2014/main" id="{55813BC9-D90A-49A2-72C2-E597B0C1E8A4}"/>
              </a:ext>
            </a:extLst>
          </p:cNvPr>
          <p:cNvPicPr>
            <a:picLocks noGrp="1" noChangeAspect="1"/>
          </p:cNvPicPr>
          <p:nvPr>
            <p:ph sz="half" idx="1"/>
          </p:nvPr>
        </p:nvPicPr>
        <p:blipFill>
          <a:blip r:embed="rId5">
            <a:extLst>
              <a:ext uri="{28A0092B-C50C-407E-A947-70E740481C1C}">
                <a14:useLocalDpi xmlns:a14="http://schemas.microsoft.com/office/drawing/2010/main" val="0"/>
              </a:ext>
            </a:extLst>
          </a:blip>
          <a:stretch>
            <a:fillRect/>
          </a:stretch>
        </p:blipFill>
        <p:spPr>
          <a:xfrm>
            <a:off x="958973" y="1869629"/>
            <a:ext cx="3791479" cy="1829055"/>
          </a:xfrm>
        </p:spPr>
      </p:pic>
    </p:spTree>
    <p:extLst>
      <p:ext uri="{BB962C8B-B14F-4D97-AF65-F5344CB8AC3E}">
        <p14:creationId xmlns:p14="http://schemas.microsoft.com/office/powerpoint/2010/main" val="1818407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61BF216-ED6E-08B3-853A-6AFC98A40F87}"/>
              </a:ext>
            </a:extLst>
          </p:cNvPr>
          <p:cNvSpPr/>
          <p:nvPr/>
        </p:nvSpPr>
        <p:spPr>
          <a:xfrm>
            <a:off x="4086578" y="968"/>
            <a:ext cx="3866443" cy="923330"/>
          </a:xfrm>
          <a:prstGeom prst="rect">
            <a:avLst/>
          </a:prstGeom>
          <a:noFill/>
        </p:spPr>
        <p:txBody>
          <a:bodyPr wrap="none" lIns="91440" tIns="45720" rIns="91440" bIns="45720">
            <a:spAutoFit/>
          </a:bodyPr>
          <a:lstStyle/>
          <a:p>
            <a:pPr algn="ctr"/>
            <a:r>
              <a:rPr lang="en-US" sz="54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SQL QUERIES</a:t>
            </a:r>
            <a:endPar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2" name="Arrow: Right 11">
            <a:extLst>
              <a:ext uri="{FF2B5EF4-FFF2-40B4-BE49-F238E27FC236}">
                <a16:creationId xmlns:a16="http://schemas.microsoft.com/office/drawing/2014/main" id="{79F90D16-60B9-6623-66F7-2F2C4F15069D}"/>
              </a:ext>
            </a:extLst>
          </p:cNvPr>
          <p:cNvSpPr/>
          <p:nvPr/>
        </p:nvSpPr>
        <p:spPr>
          <a:xfrm>
            <a:off x="6008720" y="3623276"/>
            <a:ext cx="754626" cy="457200"/>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chemeClr val="tx1"/>
                </a:solidFill>
              </a:ln>
              <a:solidFill>
                <a:schemeClr val="accent2"/>
              </a:solidFill>
            </a:endParaRPr>
          </a:p>
        </p:txBody>
      </p:sp>
      <p:sp>
        <p:nvSpPr>
          <p:cNvPr id="14" name="Rectangle 13">
            <a:extLst>
              <a:ext uri="{FF2B5EF4-FFF2-40B4-BE49-F238E27FC236}">
                <a16:creationId xmlns:a16="http://schemas.microsoft.com/office/drawing/2014/main" id="{78413A6C-7121-D69B-9DA8-798B14CB4E91}"/>
              </a:ext>
            </a:extLst>
          </p:cNvPr>
          <p:cNvSpPr/>
          <p:nvPr/>
        </p:nvSpPr>
        <p:spPr>
          <a:xfrm>
            <a:off x="2237493" y="946299"/>
            <a:ext cx="2633734" cy="923330"/>
          </a:xfrm>
          <a:prstGeom prst="rect">
            <a:avLst/>
          </a:prstGeom>
          <a:noFill/>
        </p:spPr>
        <p:txBody>
          <a:bodyPr wrap="square" lIns="91440" tIns="45720" rIns="91440" bIns="45720">
            <a:spAutoFit/>
          </a:bodyPr>
          <a:lstStyle/>
          <a:p>
            <a:pPr algn="ctr"/>
            <a:r>
              <a:rPr lang="en-US" sz="54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QUERIES</a:t>
            </a:r>
            <a:endPar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5" name="Rectangle 14">
            <a:extLst>
              <a:ext uri="{FF2B5EF4-FFF2-40B4-BE49-F238E27FC236}">
                <a16:creationId xmlns:a16="http://schemas.microsoft.com/office/drawing/2014/main" id="{C15F1A20-B687-AB30-70A2-047386A8F67B}"/>
              </a:ext>
            </a:extLst>
          </p:cNvPr>
          <p:cNvSpPr/>
          <p:nvPr/>
        </p:nvSpPr>
        <p:spPr>
          <a:xfrm>
            <a:off x="7145838" y="893467"/>
            <a:ext cx="3598607" cy="923330"/>
          </a:xfrm>
          <a:prstGeom prst="rect">
            <a:avLst/>
          </a:prstGeom>
          <a:noFill/>
        </p:spPr>
        <p:txBody>
          <a:bodyPr wrap="squar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RESULTANT</a:t>
            </a:r>
          </a:p>
        </p:txBody>
      </p:sp>
      <p:pic>
        <p:nvPicPr>
          <p:cNvPr id="9" name="Content Placeholder 8">
            <a:extLst>
              <a:ext uri="{FF2B5EF4-FFF2-40B4-BE49-F238E27FC236}">
                <a16:creationId xmlns:a16="http://schemas.microsoft.com/office/drawing/2014/main" id="{0072A6A7-DC6D-DA9B-174C-75020686F6E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71780" y="2121597"/>
            <a:ext cx="5181600" cy="3492621"/>
          </a:xfrm>
        </p:spPr>
      </p:pic>
      <p:pic>
        <p:nvPicPr>
          <p:cNvPr id="16" name="Content Placeholder 15">
            <a:extLst>
              <a:ext uri="{FF2B5EF4-FFF2-40B4-BE49-F238E27FC236}">
                <a16:creationId xmlns:a16="http://schemas.microsoft.com/office/drawing/2014/main" id="{3B7C788D-7213-BA93-A8BA-2B54291C525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145838" y="2458065"/>
            <a:ext cx="3669646" cy="2477729"/>
          </a:xfrm>
        </p:spPr>
      </p:pic>
    </p:spTree>
    <p:extLst>
      <p:ext uri="{BB962C8B-B14F-4D97-AF65-F5344CB8AC3E}">
        <p14:creationId xmlns:p14="http://schemas.microsoft.com/office/powerpoint/2010/main" val="3428518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E06F132-637C-657D-A2F1-3F6EE165D4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987" y="1258529"/>
            <a:ext cx="11916697" cy="5496232"/>
          </a:xfrm>
        </p:spPr>
      </p:pic>
      <p:sp>
        <p:nvSpPr>
          <p:cNvPr id="4" name="Rectangle 3">
            <a:extLst>
              <a:ext uri="{FF2B5EF4-FFF2-40B4-BE49-F238E27FC236}">
                <a16:creationId xmlns:a16="http://schemas.microsoft.com/office/drawing/2014/main" id="{A792E1DD-386A-C647-7F24-E384B4EAEC91}"/>
              </a:ext>
            </a:extLst>
          </p:cNvPr>
          <p:cNvSpPr/>
          <p:nvPr/>
        </p:nvSpPr>
        <p:spPr>
          <a:xfrm>
            <a:off x="2283188" y="219372"/>
            <a:ext cx="7389652" cy="923330"/>
          </a:xfrm>
          <a:prstGeom prst="rect">
            <a:avLst/>
          </a:prstGeom>
          <a:noFill/>
        </p:spPr>
        <p:txBody>
          <a:bodyPr wrap="none" lIns="91440" tIns="45720" rIns="91440" bIns="45720">
            <a:spAutoFit/>
          </a:bodyPr>
          <a:lstStyle/>
          <a:p>
            <a:pPr algn="ctr"/>
            <a:r>
              <a:rPr lang="en-US" sz="5400" dirty="0">
                <a:ln w="0"/>
                <a:solidFill>
                  <a:schemeClr val="accent4">
                    <a:lumMod val="50000"/>
                  </a:schemeClr>
                </a:solidFill>
                <a:effectLst>
                  <a:reflection blurRad="6350" stA="53000" endA="300" endPos="35500" dir="5400000" sy="-90000" algn="bl" rotWithShape="0"/>
                </a:effectLst>
              </a:rPr>
              <a:t>DASHBOARD OF TABLEAU</a:t>
            </a:r>
            <a:endParaRPr lang="en-US" sz="5400" b="0" cap="none" spc="0" dirty="0">
              <a:ln w="0"/>
              <a:solidFill>
                <a:schemeClr val="accent4">
                  <a:lumMod val="50000"/>
                </a:schemeClr>
              </a:solidFill>
              <a:effectLst>
                <a:reflection blurRad="6350" stA="53000" endA="300" endPos="35500" dir="5400000" sy="-90000" algn="bl" rotWithShape="0"/>
              </a:effectLst>
            </a:endParaRPr>
          </a:p>
        </p:txBody>
      </p:sp>
    </p:spTree>
    <p:extLst>
      <p:ext uri="{BB962C8B-B14F-4D97-AF65-F5344CB8AC3E}">
        <p14:creationId xmlns:p14="http://schemas.microsoft.com/office/powerpoint/2010/main" val="1209172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1A6578-DF4A-9C60-4179-CCA54E78F8C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Oval 4">
            <a:extLst>
              <a:ext uri="{FF2B5EF4-FFF2-40B4-BE49-F238E27FC236}">
                <a16:creationId xmlns:a16="http://schemas.microsoft.com/office/drawing/2014/main" id="{FD4FFEC2-3C3A-9133-0168-86BB87E42F7D}"/>
              </a:ext>
            </a:extLst>
          </p:cNvPr>
          <p:cNvSpPr/>
          <p:nvPr/>
        </p:nvSpPr>
        <p:spPr>
          <a:xfrm>
            <a:off x="2694039" y="2025445"/>
            <a:ext cx="6636774" cy="2694039"/>
          </a:xfrm>
          <a:prstGeom prst="ellipse">
            <a:avLst/>
          </a:prstGeom>
          <a:gradFill flip="none" rotWithShape="1">
            <a:gsLst>
              <a:gs pos="100000">
                <a:schemeClr val="accent3">
                  <a:lumMod val="5000"/>
                  <a:lumOff val="95000"/>
                </a:schemeClr>
              </a:gs>
              <a:gs pos="45000">
                <a:srgbClr val="91000A">
                  <a:alpha val="0"/>
                </a:srgb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C8AAC835-0797-11CF-9C99-96C5211BE88A}"/>
              </a:ext>
            </a:extLst>
          </p:cNvPr>
          <p:cNvSpPr/>
          <p:nvPr/>
        </p:nvSpPr>
        <p:spPr>
          <a:xfrm>
            <a:off x="2694039" y="2025444"/>
            <a:ext cx="6636774" cy="2694039"/>
          </a:xfrm>
          <a:prstGeom prst="ellipse">
            <a:avLst/>
          </a:prstGeom>
          <a:gradFill flip="none" rotWithShape="1">
            <a:gsLst>
              <a:gs pos="100000">
                <a:schemeClr val="accent3">
                  <a:lumMod val="5000"/>
                  <a:lumOff val="95000"/>
                </a:schemeClr>
              </a:gs>
              <a:gs pos="10000">
                <a:srgbClr val="91000A">
                  <a:alpha val="0"/>
                </a:srgb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9" name="Group 28">
            <a:extLst>
              <a:ext uri="{FF2B5EF4-FFF2-40B4-BE49-F238E27FC236}">
                <a16:creationId xmlns:a16="http://schemas.microsoft.com/office/drawing/2014/main" id="{4E2717A1-C062-E184-7622-4B0464467208}"/>
              </a:ext>
            </a:extLst>
          </p:cNvPr>
          <p:cNvGrpSpPr/>
          <p:nvPr/>
        </p:nvGrpSpPr>
        <p:grpSpPr>
          <a:xfrm>
            <a:off x="201559" y="3429000"/>
            <a:ext cx="2399074" cy="1237385"/>
            <a:chOff x="201559" y="3429000"/>
            <a:chExt cx="2399074" cy="1237385"/>
          </a:xfrm>
        </p:grpSpPr>
        <p:pic>
          <p:nvPicPr>
            <p:cNvPr id="8" name="Graphic 7" descr="Earth globe: Americas with solid fill">
              <a:extLst>
                <a:ext uri="{FF2B5EF4-FFF2-40B4-BE49-F238E27FC236}">
                  <a16:creationId xmlns:a16="http://schemas.microsoft.com/office/drawing/2014/main" id="{1FD6ECA7-E0F9-CE2C-E7A2-5ABC5E034C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86233" y="3751985"/>
              <a:ext cx="914400" cy="914400"/>
            </a:xfrm>
            <a:prstGeom prst="rect">
              <a:avLst/>
            </a:prstGeom>
          </p:spPr>
        </p:pic>
        <p:sp>
          <p:nvSpPr>
            <p:cNvPr id="22" name="TextBox 21">
              <a:extLst>
                <a:ext uri="{FF2B5EF4-FFF2-40B4-BE49-F238E27FC236}">
                  <a16:creationId xmlns:a16="http://schemas.microsoft.com/office/drawing/2014/main" id="{A632E31D-5BCB-2EDC-65F4-8022E8C4441A}"/>
                </a:ext>
              </a:extLst>
            </p:cNvPr>
            <p:cNvSpPr txBox="1"/>
            <p:nvPr/>
          </p:nvSpPr>
          <p:spPr>
            <a:xfrm>
              <a:off x="201559" y="3429000"/>
              <a:ext cx="2212258" cy="646331"/>
            </a:xfrm>
            <a:prstGeom prst="rect">
              <a:avLst/>
            </a:prstGeom>
            <a:noFill/>
          </p:spPr>
          <p:txBody>
            <a:bodyPr wrap="square" rtlCol="0">
              <a:spAutoFit/>
            </a:bodyPr>
            <a:lstStyle/>
            <a:p>
              <a:r>
                <a:rPr lang="en-US" b="1" dirty="0">
                  <a:solidFill>
                    <a:srgbClr val="DBD856"/>
                  </a:solidFill>
                  <a:latin typeface="LORA" pitchFamily="2" charset="0"/>
                </a:rPr>
                <a:t>HIGHEST SALES IS IN INDIA</a:t>
              </a:r>
              <a:endParaRPr lang="en-IN" b="1" dirty="0">
                <a:solidFill>
                  <a:srgbClr val="DBD856"/>
                </a:solidFill>
                <a:latin typeface="LORA" pitchFamily="2" charset="0"/>
              </a:endParaRPr>
            </a:p>
          </p:txBody>
        </p:sp>
      </p:grpSp>
      <p:grpSp>
        <p:nvGrpSpPr>
          <p:cNvPr id="30" name="Group 29">
            <a:extLst>
              <a:ext uri="{FF2B5EF4-FFF2-40B4-BE49-F238E27FC236}">
                <a16:creationId xmlns:a16="http://schemas.microsoft.com/office/drawing/2014/main" id="{2EC4B9C7-C3C2-E736-FBF5-9CDFB4E8086F}"/>
              </a:ext>
            </a:extLst>
          </p:cNvPr>
          <p:cNvGrpSpPr/>
          <p:nvPr/>
        </p:nvGrpSpPr>
        <p:grpSpPr>
          <a:xfrm>
            <a:off x="2163094" y="612064"/>
            <a:ext cx="2546555" cy="1511322"/>
            <a:chOff x="2163094" y="612064"/>
            <a:chExt cx="2546555" cy="1511322"/>
          </a:xfrm>
        </p:grpSpPr>
        <p:pic>
          <p:nvPicPr>
            <p:cNvPr id="10" name="Graphic 9" descr="Checkmark with solid fill">
              <a:extLst>
                <a:ext uri="{FF2B5EF4-FFF2-40B4-BE49-F238E27FC236}">
                  <a16:creationId xmlns:a16="http://schemas.microsoft.com/office/drawing/2014/main" id="{8B28B923-A39D-DEE0-E459-C6694B53E2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75704" y="1208986"/>
              <a:ext cx="914400" cy="914400"/>
            </a:xfrm>
            <a:prstGeom prst="rect">
              <a:avLst/>
            </a:prstGeom>
          </p:spPr>
        </p:pic>
        <p:sp>
          <p:nvSpPr>
            <p:cNvPr id="23" name="TextBox 22">
              <a:extLst>
                <a:ext uri="{FF2B5EF4-FFF2-40B4-BE49-F238E27FC236}">
                  <a16:creationId xmlns:a16="http://schemas.microsoft.com/office/drawing/2014/main" id="{1F8DDDE9-4EE3-619F-B28F-AE6D5D10F0C6}"/>
                </a:ext>
              </a:extLst>
            </p:cNvPr>
            <p:cNvSpPr txBox="1"/>
            <p:nvPr/>
          </p:nvSpPr>
          <p:spPr>
            <a:xfrm>
              <a:off x="2163094" y="612064"/>
              <a:ext cx="2546555" cy="646331"/>
            </a:xfrm>
            <a:prstGeom prst="rect">
              <a:avLst/>
            </a:prstGeom>
            <a:noFill/>
          </p:spPr>
          <p:txBody>
            <a:bodyPr wrap="square" rtlCol="0">
              <a:spAutoFit/>
            </a:bodyPr>
            <a:lstStyle/>
            <a:p>
              <a:r>
                <a:rPr lang="en-US" b="1" dirty="0">
                  <a:solidFill>
                    <a:srgbClr val="E5F35F"/>
                  </a:solidFill>
                  <a:latin typeface="LORA" pitchFamily="2" charset="0"/>
                </a:rPr>
                <a:t>LEAST VOTE DONE BY UNITED STATES</a:t>
              </a:r>
            </a:p>
          </p:txBody>
        </p:sp>
      </p:grpSp>
      <p:grpSp>
        <p:nvGrpSpPr>
          <p:cNvPr id="31" name="Group 30">
            <a:extLst>
              <a:ext uri="{FF2B5EF4-FFF2-40B4-BE49-F238E27FC236}">
                <a16:creationId xmlns:a16="http://schemas.microsoft.com/office/drawing/2014/main" id="{26C2C0F2-205D-8A45-CF4E-6D401124B83F}"/>
              </a:ext>
            </a:extLst>
          </p:cNvPr>
          <p:cNvGrpSpPr/>
          <p:nvPr/>
        </p:nvGrpSpPr>
        <p:grpSpPr>
          <a:xfrm>
            <a:off x="7177547" y="398345"/>
            <a:ext cx="2546555" cy="1656814"/>
            <a:chOff x="7177547" y="398345"/>
            <a:chExt cx="2546555" cy="1656814"/>
          </a:xfrm>
        </p:grpSpPr>
        <p:pic>
          <p:nvPicPr>
            <p:cNvPr id="12" name="Graphic 11" descr="Stars with solid fill">
              <a:extLst>
                <a:ext uri="{FF2B5EF4-FFF2-40B4-BE49-F238E27FC236}">
                  <a16:creationId xmlns:a16="http://schemas.microsoft.com/office/drawing/2014/main" id="{95932DC5-6B39-D633-E25A-60F8E83FC98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55975" y="1140759"/>
              <a:ext cx="914400" cy="914400"/>
            </a:xfrm>
            <a:prstGeom prst="rect">
              <a:avLst/>
            </a:prstGeom>
          </p:spPr>
        </p:pic>
        <p:sp>
          <p:nvSpPr>
            <p:cNvPr id="24" name="TextBox 23">
              <a:extLst>
                <a:ext uri="{FF2B5EF4-FFF2-40B4-BE49-F238E27FC236}">
                  <a16:creationId xmlns:a16="http://schemas.microsoft.com/office/drawing/2014/main" id="{C123959B-CBA7-94C6-D9FB-176DA691FF43}"/>
                </a:ext>
              </a:extLst>
            </p:cNvPr>
            <p:cNvSpPr txBox="1"/>
            <p:nvPr/>
          </p:nvSpPr>
          <p:spPr>
            <a:xfrm>
              <a:off x="7177547" y="398345"/>
              <a:ext cx="2546555" cy="923330"/>
            </a:xfrm>
            <a:prstGeom prst="rect">
              <a:avLst/>
            </a:prstGeom>
            <a:noFill/>
          </p:spPr>
          <p:txBody>
            <a:bodyPr wrap="square" rtlCol="0">
              <a:spAutoFit/>
            </a:bodyPr>
            <a:lstStyle/>
            <a:p>
              <a:r>
                <a:rPr lang="en-US" b="1" dirty="0">
                  <a:solidFill>
                    <a:srgbClr val="DBD856"/>
                  </a:solidFill>
                  <a:latin typeface="LORA" pitchFamily="2" charset="0"/>
                </a:rPr>
                <a:t>LEAST RATING DONE BY UNITED STATES</a:t>
              </a:r>
            </a:p>
          </p:txBody>
        </p:sp>
      </p:grpSp>
      <p:grpSp>
        <p:nvGrpSpPr>
          <p:cNvPr id="32" name="Group 31">
            <a:extLst>
              <a:ext uri="{FF2B5EF4-FFF2-40B4-BE49-F238E27FC236}">
                <a16:creationId xmlns:a16="http://schemas.microsoft.com/office/drawing/2014/main" id="{7E0DA408-70A3-9860-38B7-3E488A83ADED}"/>
              </a:ext>
            </a:extLst>
          </p:cNvPr>
          <p:cNvGrpSpPr/>
          <p:nvPr/>
        </p:nvGrpSpPr>
        <p:grpSpPr>
          <a:xfrm>
            <a:off x="9144002" y="3146323"/>
            <a:ext cx="2546555" cy="2864392"/>
            <a:chOff x="9144002" y="3146323"/>
            <a:chExt cx="2546555" cy="2864392"/>
          </a:xfrm>
        </p:grpSpPr>
        <p:pic>
          <p:nvPicPr>
            <p:cNvPr id="14" name="Graphic 13" descr="Table setting with solid fill">
              <a:extLst>
                <a:ext uri="{FF2B5EF4-FFF2-40B4-BE49-F238E27FC236}">
                  <a16:creationId xmlns:a16="http://schemas.microsoft.com/office/drawing/2014/main" id="{8E054C5D-2879-433C-FA6B-E320DFA7202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389806" y="3146323"/>
              <a:ext cx="914400" cy="914400"/>
            </a:xfrm>
            <a:prstGeom prst="rect">
              <a:avLst/>
            </a:prstGeom>
          </p:spPr>
        </p:pic>
        <p:sp>
          <p:nvSpPr>
            <p:cNvPr id="25" name="TextBox 24">
              <a:extLst>
                <a:ext uri="{FF2B5EF4-FFF2-40B4-BE49-F238E27FC236}">
                  <a16:creationId xmlns:a16="http://schemas.microsoft.com/office/drawing/2014/main" id="{9C03BA7B-0884-7D0B-6BE1-2870300A9E00}"/>
                </a:ext>
              </a:extLst>
            </p:cNvPr>
            <p:cNvSpPr txBox="1"/>
            <p:nvPr/>
          </p:nvSpPr>
          <p:spPr>
            <a:xfrm>
              <a:off x="9144002" y="3979390"/>
              <a:ext cx="2546555" cy="2031325"/>
            </a:xfrm>
            <a:prstGeom prst="rect">
              <a:avLst/>
            </a:prstGeom>
            <a:noFill/>
          </p:spPr>
          <p:txBody>
            <a:bodyPr wrap="square" rtlCol="0">
              <a:spAutoFit/>
            </a:bodyPr>
            <a:lstStyle/>
            <a:p>
              <a:r>
                <a:rPr lang="en-US" b="1" dirty="0">
                  <a:solidFill>
                    <a:srgbClr val="DBD856"/>
                  </a:solidFill>
                  <a:latin typeface="LORA" pitchFamily="2" charset="0"/>
                </a:rPr>
                <a:t>WHICH RESTAURANTS ARE NOT ACCEPTING TABLE BOOKING AND NOT PROVIDING ONLINE DELIVERY</a:t>
              </a:r>
              <a:endParaRPr lang="en-IN" b="1" dirty="0">
                <a:solidFill>
                  <a:srgbClr val="DBD856"/>
                </a:solidFill>
                <a:latin typeface="LORA" pitchFamily="2" charset="0"/>
              </a:endParaRPr>
            </a:p>
          </p:txBody>
        </p:sp>
      </p:grpSp>
      <p:grpSp>
        <p:nvGrpSpPr>
          <p:cNvPr id="33" name="Group 32">
            <a:extLst>
              <a:ext uri="{FF2B5EF4-FFF2-40B4-BE49-F238E27FC236}">
                <a16:creationId xmlns:a16="http://schemas.microsoft.com/office/drawing/2014/main" id="{CF96A979-6B62-2BE3-6FC6-91E36173000D}"/>
              </a:ext>
            </a:extLst>
          </p:cNvPr>
          <p:cNvGrpSpPr/>
          <p:nvPr/>
        </p:nvGrpSpPr>
        <p:grpSpPr>
          <a:xfrm>
            <a:off x="3883742" y="4996211"/>
            <a:ext cx="3043084" cy="1653064"/>
            <a:chOff x="3883742" y="4996211"/>
            <a:chExt cx="3043084" cy="1653064"/>
          </a:xfrm>
        </p:grpSpPr>
        <p:pic>
          <p:nvPicPr>
            <p:cNvPr id="21" name="Graphic 20" descr="Eye with solid fill">
              <a:extLst>
                <a:ext uri="{FF2B5EF4-FFF2-40B4-BE49-F238E27FC236}">
                  <a16:creationId xmlns:a16="http://schemas.microsoft.com/office/drawing/2014/main" id="{AA742D62-24F8-D21A-1150-CA24EE2F25A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012426" y="4996211"/>
              <a:ext cx="914400" cy="914400"/>
            </a:xfrm>
            <a:prstGeom prst="rect">
              <a:avLst/>
            </a:prstGeom>
          </p:spPr>
        </p:pic>
        <p:sp>
          <p:nvSpPr>
            <p:cNvPr id="28" name="TextBox 27">
              <a:extLst>
                <a:ext uri="{FF2B5EF4-FFF2-40B4-BE49-F238E27FC236}">
                  <a16:creationId xmlns:a16="http://schemas.microsoft.com/office/drawing/2014/main" id="{6A8F4D5B-D203-F80C-3414-F8B9A04B2B3A}"/>
                </a:ext>
              </a:extLst>
            </p:cNvPr>
            <p:cNvSpPr txBox="1"/>
            <p:nvPr/>
          </p:nvSpPr>
          <p:spPr>
            <a:xfrm>
              <a:off x="3883742" y="5171947"/>
              <a:ext cx="2212258" cy="1477328"/>
            </a:xfrm>
            <a:prstGeom prst="rect">
              <a:avLst/>
            </a:prstGeom>
            <a:noFill/>
          </p:spPr>
          <p:txBody>
            <a:bodyPr wrap="square" rtlCol="0">
              <a:spAutoFit/>
            </a:bodyPr>
            <a:lstStyle/>
            <a:p>
              <a:r>
                <a:rPr lang="en-US" b="1" dirty="0">
                  <a:solidFill>
                    <a:srgbClr val="DBD856"/>
                  </a:solidFill>
                  <a:latin typeface="LORA" pitchFamily="2" charset="0"/>
                </a:rPr>
                <a:t>AS WE SAW PRICE RANGE BETWEEN 0-800 ARE GIVING MORE ORDERS</a:t>
              </a:r>
              <a:endParaRPr lang="en-IN" b="1" dirty="0">
                <a:solidFill>
                  <a:srgbClr val="DBD856"/>
                </a:solidFill>
                <a:latin typeface="LORA" pitchFamily="2" charset="0"/>
              </a:endParaRPr>
            </a:p>
          </p:txBody>
        </p:sp>
      </p:grpSp>
    </p:spTree>
    <p:extLst>
      <p:ext uri="{BB962C8B-B14F-4D97-AF65-F5344CB8AC3E}">
        <p14:creationId xmlns:p14="http://schemas.microsoft.com/office/powerpoint/2010/main" val="4195907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par>
                          <p:cTn id="21" fill="hold">
                            <p:stCondLst>
                              <p:cond delay="2000"/>
                            </p:stCondLst>
                            <p:childTnLst>
                              <p:par>
                                <p:cTn id="22" presetID="17" presetClass="entr" presetSubtype="10" fill="hold" nodeType="afterEffect">
                                  <p:stCondLst>
                                    <p:cond delay="0"/>
                                  </p:stCondLst>
                                  <p:childTnLst>
                                    <p:set>
                                      <p:cBhvr>
                                        <p:cTn id="23" dur="1" fill="hold">
                                          <p:stCondLst>
                                            <p:cond delay="0"/>
                                          </p:stCondLst>
                                        </p:cTn>
                                        <p:tgtEl>
                                          <p:spTgt spid="29"/>
                                        </p:tgtEl>
                                        <p:attrNameLst>
                                          <p:attrName>style.visibility</p:attrName>
                                        </p:attrNameLst>
                                      </p:cBhvr>
                                      <p:to>
                                        <p:strVal val="visible"/>
                                      </p:to>
                                    </p:set>
                                    <p:anim calcmode="lin" valueType="num">
                                      <p:cBhvr>
                                        <p:cTn id="24" dur="500" fill="hold"/>
                                        <p:tgtEl>
                                          <p:spTgt spid="29"/>
                                        </p:tgtEl>
                                        <p:attrNameLst>
                                          <p:attrName>ppt_w</p:attrName>
                                        </p:attrNameLst>
                                      </p:cBhvr>
                                      <p:tavLst>
                                        <p:tav tm="0">
                                          <p:val>
                                            <p:fltVal val="0"/>
                                          </p:val>
                                        </p:tav>
                                        <p:tav tm="100000">
                                          <p:val>
                                            <p:strVal val="#ppt_w"/>
                                          </p:val>
                                        </p:tav>
                                      </p:tavLst>
                                    </p:anim>
                                    <p:anim calcmode="lin" valueType="num">
                                      <p:cBhvr>
                                        <p:cTn id="25" dur="500" fill="hold"/>
                                        <p:tgtEl>
                                          <p:spTgt spid="29"/>
                                        </p:tgtEl>
                                        <p:attrNameLst>
                                          <p:attrName>ppt_h</p:attrName>
                                        </p:attrNameLst>
                                      </p:cBhvr>
                                      <p:tavLst>
                                        <p:tav tm="0">
                                          <p:val>
                                            <p:strVal val="#ppt_h"/>
                                          </p:val>
                                        </p:tav>
                                        <p:tav tm="100000">
                                          <p:val>
                                            <p:strVal val="#ppt_h"/>
                                          </p:val>
                                        </p:tav>
                                      </p:tavLst>
                                    </p:anim>
                                  </p:childTnLst>
                                </p:cTn>
                              </p:par>
                            </p:childTnLst>
                          </p:cTn>
                        </p:par>
                        <p:par>
                          <p:cTn id="26" fill="hold">
                            <p:stCondLst>
                              <p:cond delay="2500"/>
                            </p:stCondLst>
                            <p:childTnLst>
                              <p:par>
                                <p:cTn id="27" presetID="17" presetClass="entr" presetSubtype="10" fill="hold" nodeType="afterEffect">
                                  <p:stCondLst>
                                    <p:cond delay="0"/>
                                  </p:stCondLst>
                                  <p:childTnLst>
                                    <p:set>
                                      <p:cBhvr>
                                        <p:cTn id="28" dur="1" fill="hold">
                                          <p:stCondLst>
                                            <p:cond delay="0"/>
                                          </p:stCondLst>
                                        </p:cTn>
                                        <p:tgtEl>
                                          <p:spTgt spid="30"/>
                                        </p:tgtEl>
                                        <p:attrNameLst>
                                          <p:attrName>style.visibility</p:attrName>
                                        </p:attrNameLst>
                                      </p:cBhvr>
                                      <p:to>
                                        <p:strVal val="visible"/>
                                      </p:to>
                                    </p:set>
                                    <p:anim calcmode="lin" valueType="num">
                                      <p:cBhvr>
                                        <p:cTn id="29" dur="500" fill="hold"/>
                                        <p:tgtEl>
                                          <p:spTgt spid="30"/>
                                        </p:tgtEl>
                                        <p:attrNameLst>
                                          <p:attrName>ppt_w</p:attrName>
                                        </p:attrNameLst>
                                      </p:cBhvr>
                                      <p:tavLst>
                                        <p:tav tm="0">
                                          <p:val>
                                            <p:fltVal val="0"/>
                                          </p:val>
                                        </p:tav>
                                        <p:tav tm="100000">
                                          <p:val>
                                            <p:strVal val="#ppt_w"/>
                                          </p:val>
                                        </p:tav>
                                      </p:tavLst>
                                    </p:anim>
                                    <p:anim calcmode="lin" valueType="num">
                                      <p:cBhvr>
                                        <p:cTn id="30" dur="500" fill="hold"/>
                                        <p:tgtEl>
                                          <p:spTgt spid="30"/>
                                        </p:tgtEl>
                                        <p:attrNameLst>
                                          <p:attrName>ppt_h</p:attrName>
                                        </p:attrNameLst>
                                      </p:cBhvr>
                                      <p:tavLst>
                                        <p:tav tm="0">
                                          <p:val>
                                            <p:strVal val="#ppt_h"/>
                                          </p:val>
                                        </p:tav>
                                        <p:tav tm="100000">
                                          <p:val>
                                            <p:strVal val="#ppt_h"/>
                                          </p:val>
                                        </p:tav>
                                      </p:tavLst>
                                    </p:anim>
                                  </p:childTnLst>
                                </p:cTn>
                              </p:par>
                            </p:childTnLst>
                          </p:cTn>
                        </p:par>
                        <p:par>
                          <p:cTn id="31" fill="hold">
                            <p:stCondLst>
                              <p:cond delay="3000"/>
                            </p:stCondLst>
                            <p:childTnLst>
                              <p:par>
                                <p:cTn id="32" presetID="17" presetClass="entr" presetSubtype="10" fill="hold" nodeType="afterEffect">
                                  <p:stCondLst>
                                    <p:cond delay="0"/>
                                  </p:stCondLst>
                                  <p:childTnLst>
                                    <p:set>
                                      <p:cBhvr>
                                        <p:cTn id="33" dur="1" fill="hold">
                                          <p:stCondLst>
                                            <p:cond delay="0"/>
                                          </p:stCondLst>
                                        </p:cTn>
                                        <p:tgtEl>
                                          <p:spTgt spid="31"/>
                                        </p:tgtEl>
                                        <p:attrNameLst>
                                          <p:attrName>style.visibility</p:attrName>
                                        </p:attrNameLst>
                                      </p:cBhvr>
                                      <p:to>
                                        <p:strVal val="visible"/>
                                      </p:to>
                                    </p:set>
                                    <p:anim calcmode="lin" valueType="num">
                                      <p:cBhvr>
                                        <p:cTn id="34" dur="500" fill="hold"/>
                                        <p:tgtEl>
                                          <p:spTgt spid="31"/>
                                        </p:tgtEl>
                                        <p:attrNameLst>
                                          <p:attrName>ppt_w</p:attrName>
                                        </p:attrNameLst>
                                      </p:cBhvr>
                                      <p:tavLst>
                                        <p:tav tm="0">
                                          <p:val>
                                            <p:fltVal val="0"/>
                                          </p:val>
                                        </p:tav>
                                        <p:tav tm="100000">
                                          <p:val>
                                            <p:strVal val="#ppt_w"/>
                                          </p:val>
                                        </p:tav>
                                      </p:tavLst>
                                    </p:anim>
                                    <p:anim calcmode="lin" valueType="num">
                                      <p:cBhvr>
                                        <p:cTn id="35" dur="500" fill="hold"/>
                                        <p:tgtEl>
                                          <p:spTgt spid="31"/>
                                        </p:tgtEl>
                                        <p:attrNameLst>
                                          <p:attrName>ppt_h</p:attrName>
                                        </p:attrNameLst>
                                      </p:cBhvr>
                                      <p:tavLst>
                                        <p:tav tm="0">
                                          <p:val>
                                            <p:strVal val="#ppt_h"/>
                                          </p:val>
                                        </p:tav>
                                        <p:tav tm="100000">
                                          <p:val>
                                            <p:strVal val="#ppt_h"/>
                                          </p:val>
                                        </p:tav>
                                      </p:tavLst>
                                    </p:anim>
                                  </p:childTnLst>
                                </p:cTn>
                              </p:par>
                            </p:childTnLst>
                          </p:cTn>
                        </p:par>
                        <p:par>
                          <p:cTn id="36" fill="hold">
                            <p:stCondLst>
                              <p:cond delay="3500"/>
                            </p:stCondLst>
                            <p:childTnLst>
                              <p:par>
                                <p:cTn id="37" presetID="17" presetClass="entr" presetSubtype="10" fill="hold" nodeType="afterEffect">
                                  <p:stCondLst>
                                    <p:cond delay="0"/>
                                  </p:stCondLst>
                                  <p:childTnLst>
                                    <p:set>
                                      <p:cBhvr>
                                        <p:cTn id="38" dur="1" fill="hold">
                                          <p:stCondLst>
                                            <p:cond delay="0"/>
                                          </p:stCondLst>
                                        </p:cTn>
                                        <p:tgtEl>
                                          <p:spTgt spid="32"/>
                                        </p:tgtEl>
                                        <p:attrNameLst>
                                          <p:attrName>style.visibility</p:attrName>
                                        </p:attrNameLst>
                                      </p:cBhvr>
                                      <p:to>
                                        <p:strVal val="visible"/>
                                      </p:to>
                                    </p:set>
                                    <p:anim calcmode="lin" valueType="num">
                                      <p:cBhvr>
                                        <p:cTn id="39" dur="500" fill="hold"/>
                                        <p:tgtEl>
                                          <p:spTgt spid="32"/>
                                        </p:tgtEl>
                                        <p:attrNameLst>
                                          <p:attrName>ppt_w</p:attrName>
                                        </p:attrNameLst>
                                      </p:cBhvr>
                                      <p:tavLst>
                                        <p:tav tm="0">
                                          <p:val>
                                            <p:fltVal val="0"/>
                                          </p:val>
                                        </p:tav>
                                        <p:tav tm="100000">
                                          <p:val>
                                            <p:strVal val="#ppt_w"/>
                                          </p:val>
                                        </p:tav>
                                      </p:tavLst>
                                    </p:anim>
                                    <p:anim calcmode="lin" valueType="num">
                                      <p:cBhvr>
                                        <p:cTn id="40" dur="500" fill="hold"/>
                                        <p:tgtEl>
                                          <p:spTgt spid="32"/>
                                        </p:tgtEl>
                                        <p:attrNameLst>
                                          <p:attrName>ppt_h</p:attrName>
                                        </p:attrNameLst>
                                      </p:cBhvr>
                                      <p:tavLst>
                                        <p:tav tm="0">
                                          <p:val>
                                            <p:strVal val="#ppt_h"/>
                                          </p:val>
                                        </p:tav>
                                        <p:tav tm="100000">
                                          <p:val>
                                            <p:strVal val="#ppt_h"/>
                                          </p:val>
                                        </p:tav>
                                      </p:tavLst>
                                    </p:anim>
                                  </p:childTnLst>
                                </p:cTn>
                              </p:par>
                            </p:childTnLst>
                          </p:cTn>
                        </p:par>
                        <p:par>
                          <p:cTn id="41" fill="hold">
                            <p:stCondLst>
                              <p:cond delay="4000"/>
                            </p:stCondLst>
                            <p:childTnLst>
                              <p:par>
                                <p:cTn id="42" presetID="17" presetClass="entr" presetSubtype="10" fill="hold" nodeType="afterEffect">
                                  <p:stCondLst>
                                    <p:cond delay="0"/>
                                  </p:stCondLst>
                                  <p:childTnLst>
                                    <p:set>
                                      <p:cBhvr>
                                        <p:cTn id="43" dur="1" fill="hold">
                                          <p:stCondLst>
                                            <p:cond delay="0"/>
                                          </p:stCondLst>
                                        </p:cTn>
                                        <p:tgtEl>
                                          <p:spTgt spid="33"/>
                                        </p:tgtEl>
                                        <p:attrNameLst>
                                          <p:attrName>style.visibility</p:attrName>
                                        </p:attrNameLst>
                                      </p:cBhvr>
                                      <p:to>
                                        <p:strVal val="visible"/>
                                      </p:to>
                                    </p:set>
                                    <p:anim calcmode="lin" valueType="num">
                                      <p:cBhvr>
                                        <p:cTn id="44" dur="500" fill="hold"/>
                                        <p:tgtEl>
                                          <p:spTgt spid="33"/>
                                        </p:tgtEl>
                                        <p:attrNameLst>
                                          <p:attrName>ppt_w</p:attrName>
                                        </p:attrNameLst>
                                      </p:cBhvr>
                                      <p:tavLst>
                                        <p:tav tm="0">
                                          <p:val>
                                            <p:fltVal val="0"/>
                                          </p:val>
                                        </p:tav>
                                        <p:tav tm="100000">
                                          <p:val>
                                            <p:strVal val="#ppt_w"/>
                                          </p:val>
                                        </p:tav>
                                      </p:tavLst>
                                    </p:anim>
                                    <p:anim calcmode="lin" valueType="num">
                                      <p:cBhvr>
                                        <p:cTn id="45" dur="500" fill="hold"/>
                                        <p:tgtEl>
                                          <p:spTgt spid="3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8854D306-E658-1270-F7D5-D3AB2B1BCC80}"/>
              </a:ext>
            </a:extLst>
          </p:cNvPr>
          <p:cNvPicPr>
            <a:picLocks noChangeAspect="1"/>
          </p:cNvPicPr>
          <p:nvPr/>
        </p:nvPicPr>
        <p:blipFill rotWithShape="1">
          <a:blip r:embed="rId2">
            <a:extLst>
              <a:ext uri="{28A0092B-C50C-407E-A947-70E740481C1C}">
                <a14:useLocalDpi xmlns:a14="http://schemas.microsoft.com/office/drawing/2010/main" val="0"/>
              </a:ext>
            </a:extLst>
          </a:blip>
          <a:srcRect t="3125" b="3125"/>
          <a:stretch/>
        </p:blipFill>
        <p:spPr>
          <a:xfrm>
            <a:off x="0" y="0"/>
            <a:ext cx="12192000" cy="6858000"/>
          </a:xfrm>
          <a:prstGeom prst="rect">
            <a:avLst/>
          </a:prstGeom>
        </p:spPr>
      </p:pic>
      <p:sp>
        <p:nvSpPr>
          <p:cNvPr id="16" name="Freeform: Shape 15">
            <a:extLst>
              <a:ext uri="{FF2B5EF4-FFF2-40B4-BE49-F238E27FC236}">
                <a16:creationId xmlns:a16="http://schemas.microsoft.com/office/drawing/2014/main" id="{0F4C418D-B56B-3F4E-6529-BC4F0022B09E}"/>
              </a:ext>
            </a:extLst>
          </p:cNvPr>
          <p:cNvSpPr/>
          <p:nvPr/>
        </p:nvSpPr>
        <p:spPr>
          <a:xfrm>
            <a:off x="2" y="2"/>
            <a:ext cx="12191998" cy="6857999"/>
          </a:xfrm>
          <a:custGeom>
            <a:avLst/>
            <a:gdLst>
              <a:gd name="connsiteX0" fmla="*/ 4218405 w 12191998"/>
              <a:gd name="connsiteY0" fmla="*/ 4663189 h 6857999"/>
              <a:gd name="connsiteX1" fmla="*/ 4080205 w 12191998"/>
              <a:gd name="connsiteY1" fmla="*/ 4719834 h 6857999"/>
              <a:gd name="connsiteX2" fmla="*/ 3526219 w 12191998"/>
              <a:gd name="connsiteY2" fmla="*/ 5269729 h 6857999"/>
              <a:gd name="connsiteX3" fmla="*/ 3525196 w 12191998"/>
              <a:gd name="connsiteY3" fmla="*/ 5545706 h 6857999"/>
              <a:gd name="connsiteX4" fmla="*/ 4075090 w 12191998"/>
              <a:gd name="connsiteY4" fmla="*/ 6099693 h 6857999"/>
              <a:gd name="connsiteX5" fmla="*/ 4351068 w 12191998"/>
              <a:gd name="connsiteY5" fmla="*/ 6100715 h 6857999"/>
              <a:gd name="connsiteX6" fmla="*/ 4905055 w 12191998"/>
              <a:gd name="connsiteY6" fmla="*/ 5550821 h 6857999"/>
              <a:gd name="connsiteX7" fmla="*/ 4906077 w 12191998"/>
              <a:gd name="connsiteY7" fmla="*/ 5274843 h 6857999"/>
              <a:gd name="connsiteX8" fmla="*/ 4356182 w 12191998"/>
              <a:gd name="connsiteY8" fmla="*/ 4720857 h 6857999"/>
              <a:gd name="connsiteX9" fmla="*/ 4218405 w 12191998"/>
              <a:gd name="connsiteY9" fmla="*/ 4663189 h 6857999"/>
              <a:gd name="connsiteX10" fmla="*/ 1770410 w 12191998"/>
              <a:gd name="connsiteY10" fmla="*/ 4055599 h 6857999"/>
              <a:gd name="connsiteX11" fmla="*/ 1571225 w 12191998"/>
              <a:gd name="connsiteY11" fmla="*/ 4114436 h 6857999"/>
              <a:gd name="connsiteX12" fmla="*/ 1514328 w 12191998"/>
              <a:gd name="connsiteY12" fmla="*/ 4160562 h 6857999"/>
              <a:gd name="connsiteX13" fmla="*/ 1514329 w 12191998"/>
              <a:gd name="connsiteY13" fmla="*/ 4160561 h 6857999"/>
              <a:gd name="connsiteX14" fmla="*/ 1514328 w 12191998"/>
              <a:gd name="connsiteY14" fmla="*/ 4160562 h 6857999"/>
              <a:gd name="connsiteX15" fmla="*/ 1514328 w 12191998"/>
              <a:gd name="connsiteY15" fmla="*/ 4160562 h 6857999"/>
              <a:gd name="connsiteX16" fmla="*/ 1467783 w 12191998"/>
              <a:gd name="connsiteY16" fmla="*/ 4217114 h 6857999"/>
              <a:gd name="connsiteX17" fmla="*/ 1512434 w 12191998"/>
              <a:gd name="connsiteY17" fmla="*/ 4671939 h 6857999"/>
              <a:gd name="connsiteX18" fmla="*/ 3187430 w 12191998"/>
              <a:gd name="connsiteY18" fmla="*/ 6359399 h 6857999"/>
              <a:gd name="connsiteX19" fmla="*/ 3698807 w 12191998"/>
              <a:gd name="connsiteY19" fmla="*/ 6361294 h 6857999"/>
              <a:gd name="connsiteX20" fmla="*/ 3698808 w 12191998"/>
              <a:gd name="connsiteY20" fmla="*/ 6361295 h 6857999"/>
              <a:gd name="connsiteX21" fmla="*/ 3700703 w 12191998"/>
              <a:gd name="connsiteY21" fmla="*/ 5849918 h 6857999"/>
              <a:gd name="connsiteX22" fmla="*/ 2025706 w 12191998"/>
              <a:gd name="connsiteY22" fmla="*/ 4162457 h 6857999"/>
              <a:gd name="connsiteX23" fmla="*/ 1770410 w 12191998"/>
              <a:gd name="connsiteY23" fmla="*/ 4055599 h 6857999"/>
              <a:gd name="connsiteX24" fmla="*/ 3343718 w 12191998"/>
              <a:gd name="connsiteY24" fmla="*/ 3756610 h 6857999"/>
              <a:gd name="connsiteX25" fmla="*/ 3205518 w 12191998"/>
              <a:gd name="connsiteY25" fmla="*/ 3813256 h 6857999"/>
              <a:gd name="connsiteX26" fmla="*/ 2651531 w 12191998"/>
              <a:gd name="connsiteY26" fmla="*/ 4363151 h 6857999"/>
              <a:gd name="connsiteX27" fmla="*/ 2650508 w 12191998"/>
              <a:gd name="connsiteY27" fmla="*/ 4639128 h 6857999"/>
              <a:gd name="connsiteX28" fmla="*/ 3200403 w 12191998"/>
              <a:gd name="connsiteY28" fmla="*/ 5193115 h 6857999"/>
              <a:gd name="connsiteX29" fmla="*/ 3476381 w 12191998"/>
              <a:gd name="connsiteY29" fmla="*/ 5194137 h 6857999"/>
              <a:gd name="connsiteX30" fmla="*/ 4030367 w 12191998"/>
              <a:gd name="connsiteY30" fmla="*/ 4644243 h 6857999"/>
              <a:gd name="connsiteX31" fmla="*/ 4031389 w 12191998"/>
              <a:gd name="connsiteY31" fmla="*/ 4368265 h 6857999"/>
              <a:gd name="connsiteX32" fmla="*/ 3481495 w 12191998"/>
              <a:gd name="connsiteY32" fmla="*/ 3814279 h 6857999"/>
              <a:gd name="connsiteX33" fmla="*/ 3343718 w 12191998"/>
              <a:gd name="connsiteY33" fmla="*/ 3756610 h 6857999"/>
              <a:gd name="connsiteX34" fmla="*/ 2469031 w 12191998"/>
              <a:gd name="connsiteY34" fmla="*/ 2850033 h 6857999"/>
              <a:gd name="connsiteX35" fmla="*/ 2330830 w 12191998"/>
              <a:gd name="connsiteY35" fmla="*/ 2906679 h 6857999"/>
              <a:gd name="connsiteX36" fmla="*/ 1776843 w 12191998"/>
              <a:gd name="connsiteY36" fmla="*/ 3456573 h 6857999"/>
              <a:gd name="connsiteX37" fmla="*/ 1775820 w 12191998"/>
              <a:gd name="connsiteY37" fmla="*/ 3732550 h 6857999"/>
              <a:gd name="connsiteX38" fmla="*/ 2325715 w 12191998"/>
              <a:gd name="connsiteY38" fmla="*/ 4286537 h 6857999"/>
              <a:gd name="connsiteX39" fmla="*/ 2601693 w 12191998"/>
              <a:gd name="connsiteY39" fmla="*/ 4287559 h 6857999"/>
              <a:gd name="connsiteX40" fmla="*/ 3155679 w 12191998"/>
              <a:gd name="connsiteY40" fmla="*/ 3737665 h 6857999"/>
              <a:gd name="connsiteX41" fmla="*/ 3156702 w 12191998"/>
              <a:gd name="connsiteY41" fmla="*/ 3461687 h 6857999"/>
              <a:gd name="connsiteX42" fmla="*/ 2606807 w 12191998"/>
              <a:gd name="connsiteY42" fmla="*/ 2907702 h 6857999"/>
              <a:gd name="connsiteX43" fmla="*/ 2469031 w 12191998"/>
              <a:gd name="connsiteY43" fmla="*/ 2850033 h 6857999"/>
              <a:gd name="connsiteX44" fmla="*/ 9728507 w 12191998"/>
              <a:gd name="connsiteY44" fmla="*/ 2721317 h 6857999"/>
              <a:gd name="connsiteX45" fmla="*/ 9590306 w 12191998"/>
              <a:gd name="connsiteY45" fmla="*/ 2777963 h 6857999"/>
              <a:gd name="connsiteX46" fmla="*/ 9036320 w 12191998"/>
              <a:gd name="connsiteY46" fmla="*/ 3327858 h 6857999"/>
              <a:gd name="connsiteX47" fmla="*/ 9035297 w 12191998"/>
              <a:gd name="connsiteY47" fmla="*/ 3603835 h 6857999"/>
              <a:gd name="connsiteX48" fmla="*/ 9585191 w 12191998"/>
              <a:gd name="connsiteY48" fmla="*/ 4157821 h 6857999"/>
              <a:gd name="connsiteX49" fmla="*/ 9861169 w 12191998"/>
              <a:gd name="connsiteY49" fmla="*/ 4158844 h 6857999"/>
              <a:gd name="connsiteX50" fmla="*/ 10415155 w 12191998"/>
              <a:gd name="connsiteY50" fmla="*/ 3608950 h 6857999"/>
              <a:gd name="connsiteX51" fmla="*/ 10416178 w 12191998"/>
              <a:gd name="connsiteY51" fmla="*/ 3332972 h 6857999"/>
              <a:gd name="connsiteX52" fmla="*/ 9866284 w 12191998"/>
              <a:gd name="connsiteY52" fmla="*/ 2778986 h 6857999"/>
              <a:gd name="connsiteX53" fmla="*/ 9728507 w 12191998"/>
              <a:gd name="connsiteY53" fmla="*/ 2721317 h 6857999"/>
              <a:gd name="connsiteX54" fmla="*/ 8853819 w 12191998"/>
              <a:gd name="connsiteY54" fmla="*/ 1814740 h 6857999"/>
              <a:gd name="connsiteX55" fmla="*/ 8715618 w 12191998"/>
              <a:gd name="connsiteY55" fmla="*/ 1871385 h 6857999"/>
              <a:gd name="connsiteX56" fmla="*/ 8161632 w 12191998"/>
              <a:gd name="connsiteY56" fmla="*/ 2421280 h 6857999"/>
              <a:gd name="connsiteX57" fmla="*/ 8160609 w 12191998"/>
              <a:gd name="connsiteY57" fmla="*/ 2697257 h 6857999"/>
              <a:gd name="connsiteX58" fmla="*/ 8710503 w 12191998"/>
              <a:gd name="connsiteY58" fmla="*/ 3251243 h 6857999"/>
              <a:gd name="connsiteX59" fmla="*/ 8986481 w 12191998"/>
              <a:gd name="connsiteY59" fmla="*/ 3252266 h 6857999"/>
              <a:gd name="connsiteX60" fmla="*/ 9540467 w 12191998"/>
              <a:gd name="connsiteY60" fmla="*/ 2702372 h 6857999"/>
              <a:gd name="connsiteX61" fmla="*/ 9541490 w 12191998"/>
              <a:gd name="connsiteY61" fmla="*/ 2426394 h 6857999"/>
              <a:gd name="connsiteX62" fmla="*/ 8991596 w 12191998"/>
              <a:gd name="connsiteY62" fmla="*/ 1872408 h 6857999"/>
              <a:gd name="connsiteX63" fmla="*/ 8853819 w 12191998"/>
              <a:gd name="connsiteY63" fmla="*/ 1814740 h 6857999"/>
              <a:gd name="connsiteX64" fmla="*/ 6105371 w 12191998"/>
              <a:gd name="connsiteY64" fmla="*/ 939985 h 6857999"/>
              <a:gd name="connsiteX65" fmla="*/ 5637675 w 12191998"/>
              <a:gd name="connsiteY65" fmla="*/ 1131683 h 6857999"/>
              <a:gd name="connsiteX66" fmla="*/ 3762889 w 12191998"/>
              <a:gd name="connsiteY66" fmla="*/ 2992622 h 6857999"/>
              <a:gd name="connsiteX67" fmla="*/ 3759428 w 12191998"/>
              <a:gd name="connsiteY67" fmla="*/ 3926580 h 6857999"/>
              <a:gd name="connsiteX68" fmla="*/ 5620366 w 12191998"/>
              <a:gd name="connsiteY68" fmla="*/ 5801366 h 6857999"/>
              <a:gd name="connsiteX69" fmla="*/ 6554324 w 12191998"/>
              <a:gd name="connsiteY69" fmla="*/ 5804827 h 6857999"/>
              <a:gd name="connsiteX70" fmla="*/ 8429109 w 12191998"/>
              <a:gd name="connsiteY70" fmla="*/ 3943889 h 6857999"/>
              <a:gd name="connsiteX71" fmla="*/ 8432571 w 12191998"/>
              <a:gd name="connsiteY71" fmla="*/ 3009930 h 6857999"/>
              <a:gd name="connsiteX72" fmla="*/ 6571633 w 12191998"/>
              <a:gd name="connsiteY72" fmla="*/ 1135145 h 6857999"/>
              <a:gd name="connsiteX73" fmla="*/ 6105371 w 12191998"/>
              <a:gd name="connsiteY73" fmla="*/ 939985 h 6857999"/>
              <a:gd name="connsiteX74" fmla="*/ 7979131 w 12191998"/>
              <a:gd name="connsiteY74" fmla="*/ 908162 h 6857999"/>
              <a:gd name="connsiteX75" fmla="*/ 7840930 w 12191998"/>
              <a:gd name="connsiteY75" fmla="*/ 964807 h 6857999"/>
              <a:gd name="connsiteX76" fmla="*/ 7286944 w 12191998"/>
              <a:gd name="connsiteY76" fmla="*/ 1514702 h 6857999"/>
              <a:gd name="connsiteX77" fmla="*/ 7285921 w 12191998"/>
              <a:gd name="connsiteY77" fmla="*/ 1790680 h 6857999"/>
              <a:gd name="connsiteX78" fmla="*/ 7835816 w 12191998"/>
              <a:gd name="connsiteY78" fmla="*/ 2344666 h 6857999"/>
              <a:gd name="connsiteX79" fmla="*/ 8111793 w 12191998"/>
              <a:gd name="connsiteY79" fmla="*/ 2345689 h 6857999"/>
              <a:gd name="connsiteX80" fmla="*/ 8665779 w 12191998"/>
              <a:gd name="connsiteY80" fmla="*/ 1795794 h 6857999"/>
              <a:gd name="connsiteX81" fmla="*/ 8666802 w 12191998"/>
              <a:gd name="connsiteY81" fmla="*/ 1519816 h 6857999"/>
              <a:gd name="connsiteX82" fmla="*/ 8116908 w 12191998"/>
              <a:gd name="connsiteY82" fmla="*/ 965830 h 6857999"/>
              <a:gd name="connsiteX83" fmla="*/ 7979131 w 12191998"/>
              <a:gd name="connsiteY83" fmla="*/ 908162 h 6857999"/>
              <a:gd name="connsiteX84" fmla="*/ 8889579 w 12191998"/>
              <a:gd name="connsiteY84" fmla="*/ 779567 h 6857999"/>
              <a:gd name="connsiteX85" fmla="*/ 8690394 w 12191998"/>
              <a:gd name="connsiteY85" fmla="*/ 838403 h 6857999"/>
              <a:gd name="connsiteX86" fmla="*/ 8633498 w 12191998"/>
              <a:gd name="connsiteY86" fmla="*/ 884528 h 6857999"/>
              <a:gd name="connsiteX87" fmla="*/ 8633498 w 12191998"/>
              <a:gd name="connsiteY87" fmla="*/ 884528 h 6857999"/>
              <a:gd name="connsiteX88" fmla="*/ 8633497 w 12191998"/>
              <a:gd name="connsiteY88" fmla="*/ 884529 h 6857999"/>
              <a:gd name="connsiteX89" fmla="*/ 8633498 w 12191998"/>
              <a:gd name="connsiteY89" fmla="*/ 884528 h 6857999"/>
              <a:gd name="connsiteX90" fmla="*/ 8586952 w 12191998"/>
              <a:gd name="connsiteY90" fmla="*/ 941081 h 6857999"/>
              <a:gd name="connsiteX91" fmla="*/ 8631603 w 12191998"/>
              <a:gd name="connsiteY91" fmla="*/ 1395906 h 6857999"/>
              <a:gd name="connsiteX92" fmla="*/ 10306599 w 12191998"/>
              <a:gd name="connsiteY92" fmla="*/ 3083366 h 6857999"/>
              <a:gd name="connsiteX93" fmla="*/ 10817976 w 12191998"/>
              <a:gd name="connsiteY93" fmla="*/ 3085262 h 6857999"/>
              <a:gd name="connsiteX94" fmla="*/ 10817977 w 12191998"/>
              <a:gd name="connsiteY94" fmla="*/ 3085262 h 6857999"/>
              <a:gd name="connsiteX95" fmla="*/ 10819872 w 12191998"/>
              <a:gd name="connsiteY95" fmla="*/ 2573884 h 6857999"/>
              <a:gd name="connsiteX96" fmla="*/ 9144875 w 12191998"/>
              <a:gd name="connsiteY96" fmla="*/ 886424 h 6857999"/>
              <a:gd name="connsiteX97" fmla="*/ 8889579 w 12191998"/>
              <a:gd name="connsiteY97" fmla="*/ 779567 h 6857999"/>
              <a:gd name="connsiteX98" fmla="*/ 0 w 12191998"/>
              <a:gd name="connsiteY98" fmla="*/ 0 h 6857999"/>
              <a:gd name="connsiteX99" fmla="*/ 12191998 w 12191998"/>
              <a:gd name="connsiteY99" fmla="*/ 0 h 6857999"/>
              <a:gd name="connsiteX100" fmla="*/ 12191998 w 12191998"/>
              <a:gd name="connsiteY100" fmla="*/ 6857999 h 6857999"/>
              <a:gd name="connsiteX101" fmla="*/ 0 w 12191998"/>
              <a:gd name="connsiteY101"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191998" h="6857999">
                <a:moveTo>
                  <a:pt x="4218405" y="4663189"/>
                </a:moveTo>
                <a:cubicBezTo>
                  <a:pt x="4168464" y="4663004"/>
                  <a:pt x="4118451" y="4681871"/>
                  <a:pt x="4080205" y="4719834"/>
                </a:cubicBezTo>
                <a:lnTo>
                  <a:pt x="3526219" y="5269729"/>
                </a:lnTo>
                <a:cubicBezTo>
                  <a:pt x="3449727" y="5345656"/>
                  <a:pt x="3449269" y="5469215"/>
                  <a:pt x="3525196" y="5545706"/>
                </a:cubicBezTo>
                <a:lnTo>
                  <a:pt x="4075090" y="6099693"/>
                </a:lnTo>
                <a:cubicBezTo>
                  <a:pt x="4151018" y="6176184"/>
                  <a:pt x="4274576" y="6176642"/>
                  <a:pt x="4351068" y="6100715"/>
                </a:cubicBezTo>
                <a:lnTo>
                  <a:pt x="4905055" y="5550821"/>
                </a:lnTo>
                <a:cubicBezTo>
                  <a:pt x="4981546" y="5474894"/>
                  <a:pt x="4982004" y="5351335"/>
                  <a:pt x="4906077" y="5274843"/>
                </a:cubicBezTo>
                <a:lnTo>
                  <a:pt x="4356182" y="4720857"/>
                </a:lnTo>
                <a:cubicBezTo>
                  <a:pt x="4318218" y="4682611"/>
                  <a:pt x="4268347" y="4663374"/>
                  <a:pt x="4218405" y="4663189"/>
                </a:cubicBezTo>
                <a:close/>
                <a:moveTo>
                  <a:pt x="1770410" y="4055599"/>
                </a:moveTo>
                <a:cubicBezTo>
                  <a:pt x="1701004" y="4055342"/>
                  <a:pt x="1631524" y="4074943"/>
                  <a:pt x="1571225" y="4114436"/>
                </a:cubicBezTo>
                <a:lnTo>
                  <a:pt x="1514328" y="4160562"/>
                </a:lnTo>
                <a:lnTo>
                  <a:pt x="1514329" y="4160561"/>
                </a:lnTo>
                <a:lnTo>
                  <a:pt x="1514328" y="4160562"/>
                </a:lnTo>
                <a:lnTo>
                  <a:pt x="1514328" y="4160562"/>
                </a:lnTo>
                <a:lnTo>
                  <a:pt x="1467783" y="4217114"/>
                </a:lnTo>
                <a:cubicBezTo>
                  <a:pt x="1374592" y="4357126"/>
                  <a:pt x="1389330" y="4547919"/>
                  <a:pt x="1512434" y="4671939"/>
                </a:cubicBezTo>
                <a:lnTo>
                  <a:pt x="3187430" y="6359399"/>
                </a:lnTo>
                <a:cubicBezTo>
                  <a:pt x="3328119" y="6501136"/>
                  <a:pt x="3557070" y="6501984"/>
                  <a:pt x="3698807" y="6361294"/>
                </a:cubicBezTo>
                <a:lnTo>
                  <a:pt x="3698808" y="6361295"/>
                </a:lnTo>
                <a:cubicBezTo>
                  <a:pt x="3840544" y="6220605"/>
                  <a:pt x="3841393" y="5991654"/>
                  <a:pt x="3700703" y="5849918"/>
                </a:cubicBezTo>
                <a:lnTo>
                  <a:pt x="2025706" y="4162457"/>
                </a:lnTo>
                <a:cubicBezTo>
                  <a:pt x="1955361" y="4091589"/>
                  <a:pt x="1862951" y="4055942"/>
                  <a:pt x="1770410" y="4055599"/>
                </a:cubicBezTo>
                <a:close/>
                <a:moveTo>
                  <a:pt x="3343718" y="3756610"/>
                </a:moveTo>
                <a:cubicBezTo>
                  <a:pt x="3293776" y="3756425"/>
                  <a:pt x="3243764" y="3775292"/>
                  <a:pt x="3205518" y="3813256"/>
                </a:cubicBezTo>
                <a:lnTo>
                  <a:pt x="2651531" y="4363151"/>
                </a:lnTo>
                <a:cubicBezTo>
                  <a:pt x="2575040" y="4439078"/>
                  <a:pt x="2574582" y="4562637"/>
                  <a:pt x="2650508" y="4639128"/>
                </a:cubicBezTo>
                <a:lnTo>
                  <a:pt x="3200403" y="5193115"/>
                </a:lnTo>
                <a:cubicBezTo>
                  <a:pt x="3276330" y="5269606"/>
                  <a:pt x="3399889" y="5270064"/>
                  <a:pt x="3476381" y="5194137"/>
                </a:cubicBezTo>
                <a:lnTo>
                  <a:pt x="4030367" y="4644243"/>
                </a:lnTo>
                <a:cubicBezTo>
                  <a:pt x="4106859" y="4568316"/>
                  <a:pt x="4107317" y="4444757"/>
                  <a:pt x="4031389" y="4368265"/>
                </a:cubicBezTo>
                <a:lnTo>
                  <a:pt x="3481495" y="3814279"/>
                </a:lnTo>
                <a:cubicBezTo>
                  <a:pt x="3443532" y="3776033"/>
                  <a:pt x="3393660" y="3756796"/>
                  <a:pt x="3343718" y="3756610"/>
                </a:cubicBezTo>
                <a:close/>
                <a:moveTo>
                  <a:pt x="2469031" y="2850033"/>
                </a:moveTo>
                <a:cubicBezTo>
                  <a:pt x="2419088" y="2849848"/>
                  <a:pt x="2369076" y="2868715"/>
                  <a:pt x="2330830" y="2906679"/>
                </a:cubicBezTo>
                <a:lnTo>
                  <a:pt x="1776843" y="3456573"/>
                </a:lnTo>
                <a:cubicBezTo>
                  <a:pt x="1700351" y="3532499"/>
                  <a:pt x="1699894" y="3656058"/>
                  <a:pt x="1775820" y="3732550"/>
                </a:cubicBezTo>
                <a:lnTo>
                  <a:pt x="2325715" y="4286537"/>
                </a:lnTo>
                <a:cubicBezTo>
                  <a:pt x="2401642" y="4363028"/>
                  <a:pt x="2525201" y="4363486"/>
                  <a:pt x="2601693" y="4287559"/>
                </a:cubicBezTo>
                <a:lnTo>
                  <a:pt x="3155679" y="3737665"/>
                </a:lnTo>
                <a:cubicBezTo>
                  <a:pt x="3232171" y="3661738"/>
                  <a:pt x="3232629" y="3538179"/>
                  <a:pt x="3156702" y="3461687"/>
                </a:cubicBezTo>
                <a:lnTo>
                  <a:pt x="2606807" y="2907702"/>
                </a:lnTo>
                <a:cubicBezTo>
                  <a:pt x="2568844" y="2869456"/>
                  <a:pt x="2518973" y="2850218"/>
                  <a:pt x="2469031" y="2850033"/>
                </a:cubicBezTo>
                <a:close/>
                <a:moveTo>
                  <a:pt x="9728507" y="2721317"/>
                </a:moveTo>
                <a:cubicBezTo>
                  <a:pt x="9678565" y="2721132"/>
                  <a:pt x="9628552" y="2740000"/>
                  <a:pt x="9590306" y="2777963"/>
                </a:cubicBezTo>
                <a:lnTo>
                  <a:pt x="9036320" y="3327858"/>
                </a:lnTo>
                <a:cubicBezTo>
                  <a:pt x="8959828" y="3403784"/>
                  <a:pt x="8959370" y="3527343"/>
                  <a:pt x="9035297" y="3603835"/>
                </a:cubicBezTo>
                <a:lnTo>
                  <a:pt x="9585191" y="4157821"/>
                </a:lnTo>
                <a:cubicBezTo>
                  <a:pt x="9661118" y="4234313"/>
                  <a:pt x="9784677" y="4234771"/>
                  <a:pt x="9861169" y="4158844"/>
                </a:cubicBezTo>
                <a:lnTo>
                  <a:pt x="10415155" y="3608950"/>
                </a:lnTo>
                <a:cubicBezTo>
                  <a:pt x="10491647" y="3533023"/>
                  <a:pt x="10492105" y="3409464"/>
                  <a:pt x="10416178" y="3332972"/>
                </a:cubicBezTo>
                <a:lnTo>
                  <a:pt x="9866284" y="2778986"/>
                </a:lnTo>
                <a:cubicBezTo>
                  <a:pt x="9828320" y="2740740"/>
                  <a:pt x="9778449" y="2721503"/>
                  <a:pt x="9728507" y="2721317"/>
                </a:cubicBezTo>
                <a:close/>
                <a:moveTo>
                  <a:pt x="8853819" y="1814740"/>
                </a:moveTo>
                <a:cubicBezTo>
                  <a:pt x="8803877" y="1814555"/>
                  <a:pt x="8753864" y="1833422"/>
                  <a:pt x="8715618" y="1871385"/>
                </a:cubicBezTo>
                <a:lnTo>
                  <a:pt x="8161632" y="2421280"/>
                </a:lnTo>
                <a:cubicBezTo>
                  <a:pt x="8085140" y="2497207"/>
                  <a:pt x="8084682" y="2620766"/>
                  <a:pt x="8160609" y="2697257"/>
                </a:cubicBezTo>
                <a:lnTo>
                  <a:pt x="8710503" y="3251243"/>
                </a:lnTo>
                <a:cubicBezTo>
                  <a:pt x="8786430" y="3327735"/>
                  <a:pt x="8909989" y="3328194"/>
                  <a:pt x="8986481" y="3252266"/>
                </a:cubicBezTo>
                <a:lnTo>
                  <a:pt x="9540467" y="2702372"/>
                </a:lnTo>
                <a:cubicBezTo>
                  <a:pt x="9616959" y="2626445"/>
                  <a:pt x="9617417" y="2502886"/>
                  <a:pt x="9541490" y="2426394"/>
                </a:cubicBezTo>
                <a:lnTo>
                  <a:pt x="8991596" y="1872408"/>
                </a:lnTo>
                <a:cubicBezTo>
                  <a:pt x="8953633" y="1834162"/>
                  <a:pt x="8903761" y="1814925"/>
                  <a:pt x="8853819" y="1814740"/>
                </a:cubicBezTo>
                <a:close/>
                <a:moveTo>
                  <a:pt x="6105371" y="939985"/>
                </a:moveTo>
                <a:cubicBezTo>
                  <a:pt x="5936357" y="939358"/>
                  <a:pt x="5767105" y="1003208"/>
                  <a:pt x="5637675" y="1131683"/>
                </a:cubicBezTo>
                <a:lnTo>
                  <a:pt x="3762889" y="2992622"/>
                </a:lnTo>
                <a:cubicBezTo>
                  <a:pt x="3504028" y="3249572"/>
                  <a:pt x="3502479" y="3667719"/>
                  <a:pt x="3759428" y="3926580"/>
                </a:cubicBezTo>
                <a:lnTo>
                  <a:pt x="5620366" y="5801366"/>
                </a:lnTo>
                <a:cubicBezTo>
                  <a:pt x="5877315" y="6060227"/>
                  <a:pt x="6295463" y="6061777"/>
                  <a:pt x="6554324" y="5804827"/>
                </a:cubicBezTo>
                <a:lnTo>
                  <a:pt x="8429109" y="3943889"/>
                </a:lnTo>
                <a:cubicBezTo>
                  <a:pt x="8687971" y="3686939"/>
                  <a:pt x="8689521" y="3268792"/>
                  <a:pt x="8432571" y="3009930"/>
                </a:cubicBezTo>
                <a:lnTo>
                  <a:pt x="6571633" y="1135145"/>
                </a:lnTo>
                <a:cubicBezTo>
                  <a:pt x="6443158" y="1005714"/>
                  <a:pt x="6274384" y="940611"/>
                  <a:pt x="6105371" y="939985"/>
                </a:cubicBezTo>
                <a:close/>
                <a:moveTo>
                  <a:pt x="7979131" y="908162"/>
                </a:moveTo>
                <a:cubicBezTo>
                  <a:pt x="7929189" y="907977"/>
                  <a:pt x="7879176" y="926844"/>
                  <a:pt x="7840930" y="964807"/>
                </a:cubicBezTo>
                <a:lnTo>
                  <a:pt x="7286944" y="1514702"/>
                </a:lnTo>
                <a:cubicBezTo>
                  <a:pt x="7210452" y="1590629"/>
                  <a:pt x="7209994" y="1714188"/>
                  <a:pt x="7285921" y="1790680"/>
                </a:cubicBezTo>
                <a:lnTo>
                  <a:pt x="7835816" y="2344666"/>
                </a:lnTo>
                <a:cubicBezTo>
                  <a:pt x="7911743" y="2421157"/>
                  <a:pt x="8035302" y="2421616"/>
                  <a:pt x="8111793" y="2345689"/>
                </a:cubicBezTo>
                <a:lnTo>
                  <a:pt x="8665779" y="1795794"/>
                </a:lnTo>
                <a:cubicBezTo>
                  <a:pt x="8742271" y="1719867"/>
                  <a:pt x="8742729" y="1596308"/>
                  <a:pt x="8666802" y="1519816"/>
                </a:cubicBezTo>
                <a:lnTo>
                  <a:pt x="8116908" y="965830"/>
                </a:lnTo>
                <a:cubicBezTo>
                  <a:pt x="8078944" y="927584"/>
                  <a:pt x="8029073" y="908347"/>
                  <a:pt x="7979131" y="908162"/>
                </a:cubicBezTo>
                <a:close/>
                <a:moveTo>
                  <a:pt x="8889579" y="779567"/>
                </a:moveTo>
                <a:cubicBezTo>
                  <a:pt x="8820173" y="779309"/>
                  <a:pt x="8750693" y="798910"/>
                  <a:pt x="8690394" y="838403"/>
                </a:cubicBezTo>
                <a:lnTo>
                  <a:pt x="8633498" y="884528"/>
                </a:lnTo>
                <a:lnTo>
                  <a:pt x="8633498" y="884528"/>
                </a:lnTo>
                <a:lnTo>
                  <a:pt x="8633497" y="884529"/>
                </a:lnTo>
                <a:lnTo>
                  <a:pt x="8633498" y="884528"/>
                </a:lnTo>
                <a:lnTo>
                  <a:pt x="8586952" y="941081"/>
                </a:lnTo>
                <a:cubicBezTo>
                  <a:pt x="8493761" y="1081093"/>
                  <a:pt x="8508499" y="1271886"/>
                  <a:pt x="8631603" y="1395906"/>
                </a:cubicBezTo>
                <a:lnTo>
                  <a:pt x="10306599" y="3083366"/>
                </a:lnTo>
                <a:cubicBezTo>
                  <a:pt x="10447288" y="3225102"/>
                  <a:pt x="10676239" y="3225951"/>
                  <a:pt x="10817976" y="3085262"/>
                </a:cubicBezTo>
                <a:lnTo>
                  <a:pt x="10817977" y="3085262"/>
                </a:lnTo>
                <a:cubicBezTo>
                  <a:pt x="10959713" y="2944572"/>
                  <a:pt x="10960562" y="2715621"/>
                  <a:pt x="10819872" y="2573884"/>
                </a:cubicBezTo>
                <a:lnTo>
                  <a:pt x="9144875" y="886424"/>
                </a:lnTo>
                <a:cubicBezTo>
                  <a:pt x="9074530" y="815556"/>
                  <a:pt x="8982120" y="779910"/>
                  <a:pt x="8889579" y="779567"/>
                </a:cubicBezTo>
                <a:close/>
                <a:moveTo>
                  <a:pt x="0" y="0"/>
                </a:moveTo>
                <a:lnTo>
                  <a:pt x="12191998" y="0"/>
                </a:lnTo>
                <a:lnTo>
                  <a:pt x="12191998" y="6857999"/>
                </a:lnTo>
                <a:lnTo>
                  <a:pt x="0" y="6857999"/>
                </a:lnTo>
                <a:close/>
              </a:path>
            </a:pathLst>
          </a:custGeom>
          <a:gradFill>
            <a:gsLst>
              <a:gs pos="6000">
                <a:schemeClr val="accent1">
                  <a:lumMod val="5000"/>
                  <a:lumOff val="95000"/>
                </a:schemeClr>
              </a:gs>
              <a:gs pos="100000">
                <a:srgbClr val="CF263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3" name="Rectangle: Rounded Corners 12">
            <a:extLst>
              <a:ext uri="{FF2B5EF4-FFF2-40B4-BE49-F238E27FC236}">
                <a16:creationId xmlns:a16="http://schemas.microsoft.com/office/drawing/2014/main" id="{F466129B-B849-596C-409A-0869C6F1BAE9}"/>
              </a:ext>
            </a:extLst>
          </p:cNvPr>
          <p:cNvSpPr/>
          <p:nvPr/>
        </p:nvSpPr>
        <p:spPr>
          <a:xfrm rot="2712742">
            <a:off x="3818425" y="1171774"/>
            <a:ext cx="4555153" cy="4592964"/>
          </a:xfrm>
          <a:prstGeom prst="round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9+--</a:t>
            </a:r>
            <a:endParaRPr lang="en-IN" dirty="0"/>
          </a:p>
        </p:txBody>
      </p:sp>
      <p:sp>
        <p:nvSpPr>
          <p:cNvPr id="14" name="Rectangle: Rounded Corners 13">
            <a:extLst>
              <a:ext uri="{FF2B5EF4-FFF2-40B4-BE49-F238E27FC236}">
                <a16:creationId xmlns:a16="http://schemas.microsoft.com/office/drawing/2014/main" id="{7514307A-48AE-DE98-E01E-B37DC62C038F}"/>
              </a:ext>
            </a:extLst>
          </p:cNvPr>
          <p:cNvSpPr/>
          <p:nvPr/>
        </p:nvSpPr>
        <p:spPr>
          <a:xfrm rot="2712742">
            <a:off x="4105747" y="1485467"/>
            <a:ext cx="3980509" cy="3965578"/>
          </a:xfrm>
          <a:prstGeom prst="roundRect">
            <a:avLst/>
          </a:prstGeom>
          <a:noFill/>
          <a:ln w="381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9+--</a:t>
            </a:r>
            <a:endParaRPr lang="en-IN" dirty="0"/>
          </a:p>
        </p:txBody>
      </p:sp>
      <p:sp>
        <p:nvSpPr>
          <p:cNvPr id="22" name="TextBox 21">
            <a:extLst>
              <a:ext uri="{FF2B5EF4-FFF2-40B4-BE49-F238E27FC236}">
                <a16:creationId xmlns:a16="http://schemas.microsoft.com/office/drawing/2014/main" id="{4112C10C-E03A-DF1C-1222-8BEE012017AF}"/>
              </a:ext>
            </a:extLst>
          </p:cNvPr>
          <p:cNvSpPr txBox="1"/>
          <p:nvPr/>
        </p:nvSpPr>
        <p:spPr>
          <a:xfrm>
            <a:off x="3861356" y="2452593"/>
            <a:ext cx="4869285" cy="1015663"/>
          </a:xfrm>
          <a:prstGeom prst="rect">
            <a:avLst/>
          </a:prstGeom>
          <a:noFill/>
        </p:spPr>
        <p:txBody>
          <a:bodyPr wrap="square" rtlCol="0">
            <a:spAutoFit/>
          </a:bodyPr>
          <a:lstStyle/>
          <a:p>
            <a:r>
              <a:rPr lang="en-US" sz="6000" b="1" dirty="0">
                <a:solidFill>
                  <a:schemeClr val="accent2"/>
                </a:solidFill>
                <a:latin typeface="LATO" panose="020F0502020204030203" pitchFamily="34" charset="0"/>
                <a:ea typeface="LATO" panose="020F0502020204030203" pitchFamily="34" charset="0"/>
                <a:cs typeface="LATO" panose="020F0502020204030203" pitchFamily="34" charset="0"/>
              </a:rPr>
              <a:t>THANKYOU</a:t>
            </a:r>
            <a:endParaRPr lang="en-IN" sz="6000" b="1" dirty="0">
              <a:solidFill>
                <a:schemeClr val="accent2"/>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4096353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grpId="0" nodeType="clickEffect">
                                  <p:stCondLst>
                                    <p:cond delay="0"/>
                                  </p:stCondLst>
                                  <p:childTnLst>
                                    <p:animRot by="21600000">
                                      <p:cBhvr>
                                        <p:cTn id="6" dur="2000" fill="hold"/>
                                        <p:tgtEl>
                                          <p:spTgt spid="14"/>
                                        </p:tgtEl>
                                        <p:attrNameLst>
                                          <p:attrName>r</p:attrName>
                                        </p:attrNameLst>
                                      </p:cBhvr>
                                    </p:animRot>
                                  </p:childTnLst>
                                </p:cTn>
                              </p:par>
                              <p:par>
                                <p:cTn id="7" presetID="8" presetClass="emph" presetSubtype="0" repeatCount="indefinite" fill="hold" grpId="0" nodeType="withEffect">
                                  <p:stCondLst>
                                    <p:cond delay="0"/>
                                  </p:stCondLst>
                                  <p:childTnLst>
                                    <p:animRot by="-21600000">
                                      <p:cBhvr>
                                        <p:cTn id="8" dur="2000" fill="hold"/>
                                        <p:tgtEl>
                                          <p:spTgt spid="1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22906</TotalTime>
  <Words>254</Words>
  <Application>Microsoft Office PowerPoint</Application>
  <PresentationFormat>Widescreen</PresentationFormat>
  <Paragraphs>69</Paragraphs>
  <Slides>16</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16</vt:i4>
      </vt:variant>
    </vt:vector>
  </HeadingPairs>
  <TitlesOfParts>
    <vt:vector size="28" baseType="lpstr">
      <vt:lpstr>Agency FB</vt:lpstr>
      <vt:lpstr>Algerian</vt:lpstr>
      <vt:lpstr>ANTON</vt:lpstr>
      <vt:lpstr>Arial</vt:lpstr>
      <vt:lpstr>Calibri</vt:lpstr>
      <vt:lpstr>Calibri Light</vt:lpstr>
      <vt:lpstr>Century Schoolbook</vt:lpstr>
      <vt:lpstr>LATO</vt:lpstr>
      <vt:lpstr>LORA</vt:lpstr>
      <vt:lpstr>Tw Cen MT</vt:lpstr>
      <vt:lpstr>Wingdings</vt:lpstr>
      <vt:lpstr>Office Theme</vt:lpstr>
      <vt:lpstr>PowerPoint Presentation</vt:lpstr>
      <vt:lpstr>PowerPoint Presentation</vt:lpstr>
      <vt:lpstr>PowerPoint Presentation</vt:lpstr>
      <vt:lpstr>DATA SET UNDERSTANDING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karanjasutkar@outlook.com</dc:creator>
  <cp:lastModifiedBy>karanjasutkar@outlook.com</cp:lastModifiedBy>
  <cp:revision>3</cp:revision>
  <dcterms:created xsi:type="dcterms:W3CDTF">2024-09-18T06:02:28Z</dcterms:created>
  <dcterms:modified xsi:type="dcterms:W3CDTF">2024-10-04T11:08:22Z</dcterms:modified>
</cp:coreProperties>
</file>